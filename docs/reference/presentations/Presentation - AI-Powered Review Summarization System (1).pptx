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E105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E105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E105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E105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482663"/>
            <a:ext cx="951801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E105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44833" y="0"/>
            <a:ext cx="8843645" cy="10281920"/>
            <a:chOff x="9444833" y="0"/>
            <a:chExt cx="8843645" cy="10281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68149" y="0"/>
              <a:ext cx="6419849" cy="102817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4833" y="7829541"/>
              <a:ext cx="4846632" cy="179194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54049" y="1339881"/>
            <a:ext cx="8557260" cy="5349875"/>
          </a:xfrm>
          <a:prstGeom prst="rect">
            <a:avLst/>
          </a:prstGeom>
        </p:spPr>
        <p:txBody>
          <a:bodyPr vert="horz" wrap="square" lIns="0" tIns="268605" rIns="0" bIns="0" rtlCol="0">
            <a:spAutoFit/>
          </a:bodyPr>
          <a:lstStyle/>
          <a:p>
            <a:pPr marL="12700" marR="5080">
              <a:lnSpc>
                <a:spcPts val="9980"/>
              </a:lnSpc>
              <a:spcBef>
                <a:spcPts val="2115"/>
              </a:spcBef>
            </a:pPr>
            <a:r>
              <a:rPr sz="10000" spc="-114" dirty="0">
                <a:solidFill>
                  <a:srgbClr val="FFFFFF"/>
                </a:solidFill>
                <a:latin typeface="Trebuchet MS"/>
                <a:cs typeface="Trebuchet MS"/>
              </a:rPr>
              <a:t>AI-</a:t>
            </a:r>
            <a:r>
              <a:rPr sz="10000" spc="395" dirty="0">
                <a:solidFill>
                  <a:srgbClr val="FFFFFF"/>
                </a:solidFill>
                <a:latin typeface="Trebuchet MS"/>
                <a:cs typeface="Trebuchet MS"/>
              </a:rPr>
              <a:t>Powered </a:t>
            </a:r>
            <a:r>
              <a:rPr sz="10000" spc="220" dirty="0">
                <a:solidFill>
                  <a:srgbClr val="FFFFFF"/>
                </a:solidFill>
                <a:latin typeface="Trebuchet MS"/>
                <a:cs typeface="Trebuchet MS"/>
              </a:rPr>
              <a:t>Review </a:t>
            </a:r>
            <a:r>
              <a:rPr sz="10000" spc="-10" dirty="0">
                <a:solidFill>
                  <a:srgbClr val="FFFFFF"/>
                </a:solidFill>
                <a:latin typeface="Trebuchet MS"/>
                <a:cs typeface="Trebuchet MS"/>
              </a:rPr>
              <a:t>Summarization </a:t>
            </a:r>
            <a:r>
              <a:rPr sz="10000" spc="45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10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4049" y="586168"/>
            <a:ext cx="28549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120" dirty="0">
                <a:solidFill>
                  <a:srgbClr val="FFFFFF"/>
                </a:solidFill>
              </a:rPr>
              <a:t>AI</a:t>
            </a:r>
            <a:r>
              <a:rPr lang="en-IN" sz="2600" spc="15" dirty="0">
                <a:solidFill>
                  <a:srgbClr val="FFFFFF"/>
                </a:solidFill>
              </a:rPr>
              <a:t>-</a:t>
            </a:r>
            <a:r>
              <a:rPr sz="2600" dirty="0">
                <a:solidFill>
                  <a:srgbClr val="FFFFFF"/>
                </a:solidFill>
              </a:rPr>
              <a:t>INSIGHTS</a:t>
            </a:r>
            <a:endParaRPr sz="2600" dirty="0"/>
          </a:p>
        </p:txBody>
      </p:sp>
      <p:sp>
        <p:nvSpPr>
          <p:cNvPr id="7" name="object 7"/>
          <p:cNvSpPr txBox="1"/>
          <p:nvPr/>
        </p:nvSpPr>
        <p:spPr>
          <a:xfrm>
            <a:off x="650773" y="9186608"/>
            <a:ext cx="4808855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25" dirty="0">
                <a:solidFill>
                  <a:srgbClr val="FFFFFF"/>
                </a:solidFill>
                <a:latin typeface="Verdana"/>
                <a:cs typeface="Verdana"/>
              </a:rPr>
              <a:t>Presented</a:t>
            </a:r>
            <a:r>
              <a:rPr sz="26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1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26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2600" spc="-225" dirty="0">
                <a:solidFill>
                  <a:srgbClr val="FFFFFF"/>
                </a:solidFill>
                <a:latin typeface="Verdana"/>
                <a:cs typeface="Verdana"/>
              </a:rPr>
              <a:t>Naidhruvan, Raghu, Arman and Anisha</a:t>
            </a:r>
            <a:endParaRPr sz="2600" dirty="0">
              <a:latin typeface="Verdana"/>
              <a:cs typeface="Verdana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895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4487545" cy="2254250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spc="-155" dirty="0">
                <a:solidFill>
                  <a:srgbClr val="FFFFFF"/>
                </a:solidFill>
              </a:rPr>
              <a:t>The</a:t>
            </a:r>
            <a:r>
              <a:rPr spc="-65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spc="254" dirty="0">
                <a:solidFill>
                  <a:srgbClr val="FFFFFF"/>
                </a:solidFill>
              </a:rPr>
              <a:t>Dilemma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4049" y="3267138"/>
            <a:ext cx="49187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Overwhelmed</a:t>
            </a:r>
            <a:r>
              <a:rPr sz="320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204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3200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45" dirty="0">
                <a:solidFill>
                  <a:srgbClr val="FFFFFF"/>
                </a:solidFill>
                <a:latin typeface="Trebuchet MS"/>
                <a:cs typeface="Trebuchet MS"/>
              </a:rPr>
              <a:t>Choices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49" y="4224020"/>
            <a:ext cx="6884034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Customers</a:t>
            </a:r>
            <a:r>
              <a:rPr sz="21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60" dirty="0">
                <a:solidFill>
                  <a:srgbClr val="FFFFFF"/>
                </a:solidFill>
                <a:latin typeface="Verdana"/>
                <a:cs typeface="Verdana"/>
              </a:rPr>
              <a:t>bombarded</a:t>
            </a:r>
            <a:r>
              <a:rPr sz="21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60" dirty="0">
                <a:solidFill>
                  <a:srgbClr val="FFFFFF"/>
                </a:solidFill>
                <a:latin typeface="Arial Black"/>
                <a:cs typeface="Arial Black"/>
              </a:rPr>
              <a:t>hundreds</a:t>
            </a:r>
            <a:r>
              <a:rPr sz="21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21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Arial Black"/>
                <a:cs typeface="Arial Black"/>
              </a:rPr>
              <a:t>reviews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, </a:t>
            </a:r>
            <a:r>
              <a:rPr sz="2100" spc="-65" dirty="0">
                <a:solidFill>
                  <a:srgbClr val="FFFFFF"/>
                </a:solidFill>
                <a:latin typeface="Verdana"/>
                <a:cs typeface="Verdana"/>
              </a:rPr>
              <a:t>leading</a:t>
            </a:r>
            <a:r>
              <a:rPr sz="21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confusion</a:t>
            </a:r>
            <a:r>
              <a:rPr sz="21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21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Arial Black"/>
                <a:cs typeface="Arial Black"/>
              </a:rPr>
              <a:t>decision</a:t>
            </a:r>
            <a:r>
              <a:rPr sz="21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80" dirty="0">
                <a:solidFill>
                  <a:srgbClr val="FFFFFF"/>
                </a:solidFill>
                <a:latin typeface="Arial Black"/>
                <a:cs typeface="Arial Black"/>
              </a:rPr>
              <a:t>fatigue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making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it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difficult</a:t>
            </a:r>
            <a:r>
              <a:rPr sz="21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discern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product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quality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informed purchases.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895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>
                <a:solidFill>
                  <a:srgbClr val="FFFFFF"/>
                </a:solidFill>
              </a:rPr>
              <a:t>The</a:t>
            </a:r>
            <a:r>
              <a:rPr spc="-650" dirty="0">
                <a:solidFill>
                  <a:srgbClr val="FFFFFF"/>
                </a:solidFill>
              </a:rPr>
              <a:t> </a:t>
            </a:r>
            <a:r>
              <a:rPr spc="365" dirty="0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4049" y="2257488"/>
            <a:ext cx="49936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NLP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Summarization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49" y="3214369"/>
            <a:ext cx="690435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100"/>
              </a:spcBef>
            </a:pP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Extracting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Arial Black"/>
                <a:cs typeface="Arial Black"/>
              </a:rPr>
              <a:t>meaningful</a:t>
            </a:r>
            <a:r>
              <a:rPr sz="2100" spc="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extensive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reviews 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1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complex.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8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25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1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model’s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task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2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100" spc="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summarize</a:t>
            </a:r>
            <a:r>
              <a:rPr sz="210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reviews,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focusing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pros,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cons,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Arial Black"/>
                <a:cs typeface="Arial Black"/>
              </a:rPr>
              <a:t>sentiment</a:t>
            </a:r>
            <a:r>
              <a:rPr sz="21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895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85" dirty="0">
                <a:solidFill>
                  <a:srgbClr val="FFFFFF"/>
                </a:solidFill>
              </a:rPr>
              <a:t>Proposed</a:t>
            </a:r>
            <a:r>
              <a:rPr spc="-660" dirty="0">
                <a:solidFill>
                  <a:srgbClr val="FFFFFF"/>
                </a:solidFill>
              </a:rPr>
              <a:t> </a:t>
            </a:r>
            <a:r>
              <a:rPr spc="-35" dirty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4049" y="2257488"/>
            <a:ext cx="44418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5" dirty="0">
                <a:solidFill>
                  <a:srgbClr val="FFFFFF"/>
                </a:solidFill>
                <a:latin typeface="Trebuchet MS"/>
                <a:cs typeface="Trebuchet MS"/>
              </a:rPr>
              <a:t>AI/NLP</a:t>
            </a:r>
            <a:r>
              <a:rPr sz="32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204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49" y="3214369"/>
            <a:ext cx="629031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21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AI-</a:t>
            </a:r>
            <a:r>
              <a:rPr sz="2100" spc="-65" dirty="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leverages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Black"/>
                <a:cs typeface="Arial Black"/>
              </a:rPr>
              <a:t>sentiment </a:t>
            </a:r>
            <a:r>
              <a:rPr sz="2100" spc="-70" dirty="0">
                <a:solidFill>
                  <a:srgbClr val="FFFFFF"/>
                </a:solidFill>
                <a:latin typeface="Arial Black"/>
                <a:cs typeface="Arial Black"/>
              </a:rPr>
              <a:t>analysis</a:t>
            </a:r>
            <a:r>
              <a:rPr sz="21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keyword</a:t>
            </a:r>
            <a:r>
              <a:rPr sz="21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extraction</a:t>
            </a:r>
            <a:r>
              <a:rPr sz="21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summarize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reviews,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providing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concise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insights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confidence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scoring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smarter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decision-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making.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6750" y="4836230"/>
            <a:ext cx="17621250" cy="333375"/>
            <a:chOff x="666750" y="4836230"/>
            <a:chExt cx="17621250" cy="333375"/>
          </a:xfrm>
        </p:grpSpPr>
        <p:sp>
          <p:nvSpPr>
            <p:cNvPr id="3" name="object 3"/>
            <p:cNvSpPr/>
            <p:nvPr/>
          </p:nvSpPr>
          <p:spPr>
            <a:xfrm>
              <a:off x="990599" y="4988630"/>
              <a:ext cx="17297400" cy="19050"/>
            </a:xfrm>
            <a:custGeom>
              <a:avLst/>
              <a:gdLst/>
              <a:ahLst/>
              <a:cxnLst/>
              <a:rect l="l" t="t" r="r" b="b"/>
              <a:pathLst>
                <a:path w="17297400" h="19050">
                  <a:moveTo>
                    <a:pt x="172973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7297399" y="0"/>
                  </a:lnTo>
                  <a:lnTo>
                    <a:pt x="17297399" y="19049"/>
                  </a:lnTo>
                  <a:close/>
                </a:path>
              </a:pathLst>
            </a:custGeom>
            <a:solidFill>
              <a:srgbClr val="E10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6750" y="4836235"/>
              <a:ext cx="12963525" cy="333375"/>
            </a:xfrm>
            <a:custGeom>
              <a:avLst/>
              <a:gdLst/>
              <a:ahLst/>
              <a:cxnLst/>
              <a:rect l="l" t="t" r="r" b="b"/>
              <a:pathLst>
                <a:path w="12963525" h="333375">
                  <a:moveTo>
                    <a:pt x="323850" y="161925"/>
                  </a:moveTo>
                  <a:lnTo>
                    <a:pt x="318058" y="118884"/>
                  </a:lnTo>
                  <a:lnTo>
                    <a:pt x="301739" y="80200"/>
                  </a:lnTo>
                  <a:lnTo>
                    <a:pt x="276415" y="47421"/>
                  </a:lnTo>
                  <a:lnTo>
                    <a:pt x="243649" y="22110"/>
                  </a:lnTo>
                  <a:lnTo>
                    <a:pt x="204965" y="5778"/>
                  </a:lnTo>
                  <a:lnTo>
                    <a:pt x="161925" y="0"/>
                  </a:lnTo>
                  <a:lnTo>
                    <a:pt x="118872" y="5778"/>
                  </a:lnTo>
                  <a:lnTo>
                    <a:pt x="80187" y="22110"/>
                  </a:lnTo>
                  <a:lnTo>
                    <a:pt x="47421" y="47421"/>
                  </a:lnTo>
                  <a:lnTo>
                    <a:pt x="22098" y="80200"/>
                  </a:lnTo>
                  <a:lnTo>
                    <a:pt x="5778" y="118884"/>
                  </a:lnTo>
                  <a:lnTo>
                    <a:pt x="0" y="161925"/>
                  </a:lnTo>
                  <a:lnTo>
                    <a:pt x="5778" y="204965"/>
                  </a:lnTo>
                  <a:lnTo>
                    <a:pt x="22098" y="243649"/>
                  </a:lnTo>
                  <a:lnTo>
                    <a:pt x="47421" y="276428"/>
                  </a:lnTo>
                  <a:lnTo>
                    <a:pt x="80187" y="301739"/>
                  </a:lnTo>
                  <a:lnTo>
                    <a:pt x="118872" y="318071"/>
                  </a:lnTo>
                  <a:lnTo>
                    <a:pt x="161925" y="323850"/>
                  </a:lnTo>
                  <a:lnTo>
                    <a:pt x="204965" y="318071"/>
                  </a:lnTo>
                  <a:lnTo>
                    <a:pt x="243649" y="301739"/>
                  </a:lnTo>
                  <a:lnTo>
                    <a:pt x="276415" y="276428"/>
                  </a:lnTo>
                  <a:lnTo>
                    <a:pt x="301739" y="243649"/>
                  </a:lnTo>
                  <a:lnTo>
                    <a:pt x="318058" y="204965"/>
                  </a:lnTo>
                  <a:lnTo>
                    <a:pt x="323850" y="161925"/>
                  </a:lnTo>
                  <a:close/>
                </a:path>
                <a:path w="12963525" h="333375">
                  <a:moveTo>
                    <a:pt x="4333875" y="161925"/>
                  </a:moveTo>
                  <a:lnTo>
                    <a:pt x="4328084" y="118884"/>
                  </a:lnTo>
                  <a:lnTo>
                    <a:pt x="4311764" y="80200"/>
                  </a:lnTo>
                  <a:lnTo>
                    <a:pt x="4286440" y="47421"/>
                  </a:lnTo>
                  <a:lnTo>
                    <a:pt x="4253674" y="22110"/>
                  </a:lnTo>
                  <a:lnTo>
                    <a:pt x="4214990" y="5778"/>
                  </a:lnTo>
                  <a:lnTo>
                    <a:pt x="4171950" y="0"/>
                  </a:lnTo>
                  <a:lnTo>
                    <a:pt x="4128897" y="5778"/>
                  </a:lnTo>
                  <a:lnTo>
                    <a:pt x="4090212" y="22110"/>
                  </a:lnTo>
                  <a:lnTo>
                    <a:pt x="4057446" y="47421"/>
                  </a:lnTo>
                  <a:lnTo>
                    <a:pt x="4032123" y="80200"/>
                  </a:lnTo>
                  <a:lnTo>
                    <a:pt x="4015803" y="118884"/>
                  </a:lnTo>
                  <a:lnTo>
                    <a:pt x="4010025" y="161925"/>
                  </a:lnTo>
                  <a:lnTo>
                    <a:pt x="4015803" y="204965"/>
                  </a:lnTo>
                  <a:lnTo>
                    <a:pt x="4032123" y="243649"/>
                  </a:lnTo>
                  <a:lnTo>
                    <a:pt x="4057446" y="276428"/>
                  </a:lnTo>
                  <a:lnTo>
                    <a:pt x="4090212" y="301739"/>
                  </a:lnTo>
                  <a:lnTo>
                    <a:pt x="4128897" y="318071"/>
                  </a:lnTo>
                  <a:lnTo>
                    <a:pt x="4171950" y="323850"/>
                  </a:lnTo>
                  <a:lnTo>
                    <a:pt x="4214990" y="318071"/>
                  </a:lnTo>
                  <a:lnTo>
                    <a:pt x="4253674" y="301739"/>
                  </a:lnTo>
                  <a:lnTo>
                    <a:pt x="4286440" y="276428"/>
                  </a:lnTo>
                  <a:lnTo>
                    <a:pt x="4311764" y="243649"/>
                  </a:lnTo>
                  <a:lnTo>
                    <a:pt x="4328084" y="204965"/>
                  </a:lnTo>
                  <a:lnTo>
                    <a:pt x="4333875" y="161925"/>
                  </a:lnTo>
                  <a:close/>
                </a:path>
                <a:path w="12963525" h="333375">
                  <a:moveTo>
                    <a:pt x="8648687" y="171450"/>
                  </a:moveTo>
                  <a:lnTo>
                    <a:pt x="8642909" y="128409"/>
                  </a:lnTo>
                  <a:lnTo>
                    <a:pt x="8626589" y="89725"/>
                  </a:lnTo>
                  <a:lnTo>
                    <a:pt x="8601265" y="56946"/>
                  </a:lnTo>
                  <a:lnTo>
                    <a:pt x="8568499" y="31635"/>
                  </a:lnTo>
                  <a:lnTo>
                    <a:pt x="8529815" y="15303"/>
                  </a:lnTo>
                  <a:lnTo>
                    <a:pt x="8486762" y="9525"/>
                  </a:lnTo>
                  <a:lnTo>
                    <a:pt x="8443722" y="15303"/>
                  </a:lnTo>
                  <a:lnTo>
                    <a:pt x="8405038" y="31635"/>
                  </a:lnTo>
                  <a:lnTo>
                    <a:pt x="8372272" y="56946"/>
                  </a:lnTo>
                  <a:lnTo>
                    <a:pt x="8346948" y="89725"/>
                  </a:lnTo>
                  <a:lnTo>
                    <a:pt x="8330628" y="128409"/>
                  </a:lnTo>
                  <a:lnTo>
                    <a:pt x="8324837" y="171450"/>
                  </a:lnTo>
                  <a:lnTo>
                    <a:pt x="8330628" y="214490"/>
                  </a:lnTo>
                  <a:lnTo>
                    <a:pt x="8346948" y="253174"/>
                  </a:lnTo>
                  <a:lnTo>
                    <a:pt x="8372272" y="285953"/>
                  </a:lnTo>
                  <a:lnTo>
                    <a:pt x="8405038" y="311264"/>
                  </a:lnTo>
                  <a:lnTo>
                    <a:pt x="8443722" y="327596"/>
                  </a:lnTo>
                  <a:lnTo>
                    <a:pt x="8486762" y="333375"/>
                  </a:lnTo>
                  <a:lnTo>
                    <a:pt x="8529815" y="327596"/>
                  </a:lnTo>
                  <a:lnTo>
                    <a:pt x="8568499" y="311264"/>
                  </a:lnTo>
                  <a:lnTo>
                    <a:pt x="8601265" y="285953"/>
                  </a:lnTo>
                  <a:lnTo>
                    <a:pt x="8626589" y="253174"/>
                  </a:lnTo>
                  <a:lnTo>
                    <a:pt x="8642909" y="214490"/>
                  </a:lnTo>
                  <a:lnTo>
                    <a:pt x="8648687" y="171450"/>
                  </a:lnTo>
                  <a:close/>
                </a:path>
                <a:path w="12963525" h="333375">
                  <a:moveTo>
                    <a:pt x="12963512" y="171450"/>
                  </a:moveTo>
                  <a:lnTo>
                    <a:pt x="12957734" y="128409"/>
                  </a:lnTo>
                  <a:lnTo>
                    <a:pt x="12941414" y="89725"/>
                  </a:lnTo>
                  <a:lnTo>
                    <a:pt x="12916091" y="56946"/>
                  </a:lnTo>
                  <a:lnTo>
                    <a:pt x="12883325" y="31635"/>
                  </a:lnTo>
                  <a:lnTo>
                    <a:pt x="12844640" y="15303"/>
                  </a:lnTo>
                  <a:lnTo>
                    <a:pt x="12801587" y="9525"/>
                  </a:lnTo>
                  <a:lnTo>
                    <a:pt x="12758547" y="15303"/>
                  </a:lnTo>
                  <a:lnTo>
                    <a:pt x="12719863" y="31635"/>
                  </a:lnTo>
                  <a:lnTo>
                    <a:pt x="12687097" y="56946"/>
                  </a:lnTo>
                  <a:lnTo>
                    <a:pt x="12661773" y="89725"/>
                  </a:lnTo>
                  <a:lnTo>
                    <a:pt x="12645454" y="128409"/>
                  </a:lnTo>
                  <a:lnTo>
                    <a:pt x="12639662" y="171450"/>
                  </a:lnTo>
                  <a:lnTo>
                    <a:pt x="12645454" y="214490"/>
                  </a:lnTo>
                  <a:lnTo>
                    <a:pt x="12661773" y="253174"/>
                  </a:lnTo>
                  <a:lnTo>
                    <a:pt x="12687097" y="285953"/>
                  </a:lnTo>
                  <a:lnTo>
                    <a:pt x="12719863" y="311264"/>
                  </a:lnTo>
                  <a:lnTo>
                    <a:pt x="12758547" y="327596"/>
                  </a:lnTo>
                  <a:lnTo>
                    <a:pt x="12801587" y="333375"/>
                  </a:lnTo>
                  <a:lnTo>
                    <a:pt x="12844640" y="327596"/>
                  </a:lnTo>
                  <a:lnTo>
                    <a:pt x="12883325" y="311264"/>
                  </a:lnTo>
                  <a:lnTo>
                    <a:pt x="12916091" y="285953"/>
                  </a:lnTo>
                  <a:lnTo>
                    <a:pt x="12941414" y="253174"/>
                  </a:lnTo>
                  <a:lnTo>
                    <a:pt x="12957734" y="214490"/>
                  </a:lnTo>
                  <a:lnTo>
                    <a:pt x="12963512" y="171450"/>
                  </a:lnTo>
                  <a:close/>
                </a:path>
              </a:pathLst>
            </a:custGeom>
            <a:solidFill>
              <a:srgbClr val="E10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85" dirty="0"/>
              <a:t>Data</a:t>
            </a:r>
            <a:r>
              <a:rPr spc="-665" dirty="0"/>
              <a:t> </a:t>
            </a:r>
            <a:r>
              <a:rPr spc="-70" dirty="0"/>
              <a:t>Flow</a:t>
            </a:r>
            <a:r>
              <a:rPr spc="-660" dirty="0"/>
              <a:t> </a:t>
            </a:r>
            <a:r>
              <a:rPr spc="-30" dirty="0"/>
              <a:t>Pipeline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4049" y="3705288"/>
            <a:ext cx="27908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2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200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30" dirty="0">
                <a:solidFill>
                  <a:srgbClr val="FFFFFF"/>
                </a:solidFill>
                <a:latin typeface="Trebuchet MS"/>
                <a:cs typeface="Trebuchet MS"/>
              </a:rPr>
              <a:t>Cleaning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49" y="5678875"/>
            <a:ext cx="26187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Remove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duplicates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irrelevant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information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raw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product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reviews.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4074" y="3705288"/>
            <a:ext cx="26111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Preprocessing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4074" y="5678875"/>
            <a:ext cx="267208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Format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structure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text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effective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processing.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8900" y="3219513"/>
            <a:ext cx="1900555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Sentiment Analysis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93725" y="3219513"/>
            <a:ext cx="2814320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Aggregation</a:t>
            </a:r>
            <a:r>
              <a:rPr sz="3200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Scoring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78900" y="5678875"/>
            <a:ext cx="289369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Analyze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reviews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extract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sentiment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using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NLP</a:t>
            </a:r>
            <a:r>
              <a:rPr sz="2100" spc="-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techniques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algorithms.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93725" y="5678875"/>
            <a:ext cx="288163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60" dirty="0">
                <a:solidFill>
                  <a:srgbClr val="FFFFFF"/>
                </a:solidFill>
                <a:latin typeface="Verdana"/>
                <a:cs typeface="Verdana"/>
              </a:rPr>
              <a:t>Combine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results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generate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overall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scores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insights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users.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430957" y="752283"/>
            <a:ext cx="2190750" cy="810260"/>
          </a:xfrm>
          <a:custGeom>
            <a:avLst/>
            <a:gdLst/>
            <a:ahLst/>
            <a:cxnLst/>
            <a:rect l="l" t="t" r="r" b="b"/>
            <a:pathLst>
              <a:path w="2190750" h="810260">
                <a:moveTo>
                  <a:pt x="2190280" y="404901"/>
                </a:moveTo>
                <a:lnTo>
                  <a:pt x="2187562" y="357682"/>
                </a:lnTo>
                <a:lnTo>
                  <a:pt x="2179586" y="312064"/>
                </a:lnTo>
                <a:lnTo>
                  <a:pt x="2178659" y="308927"/>
                </a:lnTo>
                <a:lnTo>
                  <a:pt x="2178659" y="404901"/>
                </a:lnTo>
                <a:lnTo>
                  <a:pt x="2175599" y="454240"/>
                </a:lnTo>
                <a:lnTo>
                  <a:pt x="2166658" y="501738"/>
                </a:lnTo>
                <a:lnTo>
                  <a:pt x="2152192" y="547052"/>
                </a:lnTo>
                <a:lnTo>
                  <a:pt x="2132584" y="589788"/>
                </a:lnTo>
                <a:lnTo>
                  <a:pt x="2108200" y="629602"/>
                </a:lnTo>
                <a:lnTo>
                  <a:pt x="2079409" y="666102"/>
                </a:lnTo>
                <a:lnTo>
                  <a:pt x="2046579" y="698931"/>
                </a:lnTo>
                <a:lnTo>
                  <a:pt x="2010067" y="727735"/>
                </a:lnTo>
                <a:lnTo>
                  <a:pt x="1970265" y="752119"/>
                </a:lnTo>
                <a:lnTo>
                  <a:pt x="1927517" y="771715"/>
                </a:lnTo>
                <a:lnTo>
                  <a:pt x="1882216" y="786180"/>
                </a:lnTo>
                <a:lnTo>
                  <a:pt x="1834705" y="795134"/>
                </a:lnTo>
                <a:lnTo>
                  <a:pt x="1785378" y="798195"/>
                </a:lnTo>
                <a:lnTo>
                  <a:pt x="1736039" y="795134"/>
                </a:lnTo>
                <a:lnTo>
                  <a:pt x="1688541" y="786180"/>
                </a:lnTo>
                <a:lnTo>
                  <a:pt x="1643227" y="771715"/>
                </a:lnTo>
                <a:lnTo>
                  <a:pt x="1600492" y="752119"/>
                </a:lnTo>
                <a:lnTo>
                  <a:pt x="1560677" y="727735"/>
                </a:lnTo>
                <a:lnTo>
                  <a:pt x="1524177" y="698931"/>
                </a:lnTo>
                <a:lnTo>
                  <a:pt x="1491348" y="666102"/>
                </a:lnTo>
                <a:lnTo>
                  <a:pt x="1462557" y="629602"/>
                </a:lnTo>
                <a:lnTo>
                  <a:pt x="1446987" y="604189"/>
                </a:lnTo>
                <a:lnTo>
                  <a:pt x="1458899" y="582980"/>
                </a:lnTo>
                <a:lnTo>
                  <a:pt x="1476438" y="541464"/>
                </a:lnTo>
                <a:lnTo>
                  <a:pt x="1489354" y="497751"/>
                </a:lnTo>
                <a:lnTo>
                  <a:pt x="1497330" y="452132"/>
                </a:lnTo>
                <a:lnTo>
                  <a:pt x="1500047" y="404901"/>
                </a:lnTo>
                <a:lnTo>
                  <a:pt x="1497330" y="357682"/>
                </a:lnTo>
                <a:lnTo>
                  <a:pt x="1489354" y="312064"/>
                </a:lnTo>
                <a:lnTo>
                  <a:pt x="1488427" y="308927"/>
                </a:lnTo>
                <a:lnTo>
                  <a:pt x="1488427" y="404901"/>
                </a:lnTo>
                <a:lnTo>
                  <a:pt x="1485366" y="454240"/>
                </a:lnTo>
                <a:lnTo>
                  <a:pt x="1476413" y="501738"/>
                </a:lnTo>
                <a:lnTo>
                  <a:pt x="1461960" y="547052"/>
                </a:lnTo>
                <a:lnTo>
                  <a:pt x="1442351" y="589788"/>
                </a:lnTo>
                <a:lnTo>
                  <a:pt x="1440256" y="593204"/>
                </a:lnTo>
                <a:lnTo>
                  <a:pt x="1438173" y="589788"/>
                </a:lnTo>
                <a:lnTo>
                  <a:pt x="1418564" y="547052"/>
                </a:lnTo>
                <a:lnTo>
                  <a:pt x="1404099" y="501738"/>
                </a:lnTo>
                <a:lnTo>
                  <a:pt x="1395158" y="454240"/>
                </a:lnTo>
                <a:lnTo>
                  <a:pt x="1392085" y="404901"/>
                </a:lnTo>
                <a:lnTo>
                  <a:pt x="1395158" y="355574"/>
                </a:lnTo>
                <a:lnTo>
                  <a:pt x="1404099" y="308063"/>
                </a:lnTo>
                <a:lnTo>
                  <a:pt x="1418564" y="262763"/>
                </a:lnTo>
                <a:lnTo>
                  <a:pt x="1438173" y="220014"/>
                </a:lnTo>
                <a:lnTo>
                  <a:pt x="1440256" y="216611"/>
                </a:lnTo>
                <a:lnTo>
                  <a:pt x="1442351" y="220014"/>
                </a:lnTo>
                <a:lnTo>
                  <a:pt x="1461960" y="262763"/>
                </a:lnTo>
                <a:lnTo>
                  <a:pt x="1476413" y="308063"/>
                </a:lnTo>
                <a:lnTo>
                  <a:pt x="1485366" y="355574"/>
                </a:lnTo>
                <a:lnTo>
                  <a:pt x="1488427" y="404901"/>
                </a:lnTo>
                <a:lnTo>
                  <a:pt x="1488427" y="308927"/>
                </a:lnTo>
                <a:lnTo>
                  <a:pt x="1476438" y="268351"/>
                </a:lnTo>
                <a:lnTo>
                  <a:pt x="1458899" y="226834"/>
                </a:lnTo>
                <a:lnTo>
                  <a:pt x="1446987" y="205625"/>
                </a:lnTo>
                <a:lnTo>
                  <a:pt x="1462557" y="180213"/>
                </a:lnTo>
                <a:lnTo>
                  <a:pt x="1491348" y="143713"/>
                </a:lnTo>
                <a:lnTo>
                  <a:pt x="1524177" y="110871"/>
                </a:lnTo>
                <a:lnTo>
                  <a:pt x="1560677" y="82080"/>
                </a:lnTo>
                <a:lnTo>
                  <a:pt x="1600492" y="57696"/>
                </a:lnTo>
                <a:lnTo>
                  <a:pt x="1643227" y="38087"/>
                </a:lnTo>
                <a:lnTo>
                  <a:pt x="1688680" y="23609"/>
                </a:lnTo>
                <a:lnTo>
                  <a:pt x="1736039" y="14681"/>
                </a:lnTo>
                <a:lnTo>
                  <a:pt x="1785378" y="11620"/>
                </a:lnTo>
                <a:lnTo>
                  <a:pt x="1834705" y="14681"/>
                </a:lnTo>
                <a:lnTo>
                  <a:pt x="1882076" y="23609"/>
                </a:lnTo>
                <a:lnTo>
                  <a:pt x="1927517" y="38087"/>
                </a:lnTo>
                <a:lnTo>
                  <a:pt x="1970265" y="57696"/>
                </a:lnTo>
                <a:lnTo>
                  <a:pt x="2010067" y="82080"/>
                </a:lnTo>
                <a:lnTo>
                  <a:pt x="2046579" y="110871"/>
                </a:lnTo>
                <a:lnTo>
                  <a:pt x="2079409" y="143713"/>
                </a:lnTo>
                <a:lnTo>
                  <a:pt x="2108200" y="180213"/>
                </a:lnTo>
                <a:lnTo>
                  <a:pt x="2132584" y="220014"/>
                </a:lnTo>
                <a:lnTo>
                  <a:pt x="2152192" y="262763"/>
                </a:lnTo>
                <a:lnTo>
                  <a:pt x="2166658" y="308063"/>
                </a:lnTo>
                <a:lnTo>
                  <a:pt x="2175599" y="355574"/>
                </a:lnTo>
                <a:lnTo>
                  <a:pt x="2178659" y="404901"/>
                </a:lnTo>
                <a:lnTo>
                  <a:pt x="2178659" y="308927"/>
                </a:lnTo>
                <a:lnTo>
                  <a:pt x="2166683" y="268351"/>
                </a:lnTo>
                <a:lnTo>
                  <a:pt x="2149132" y="226834"/>
                </a:lnTo>
                <a:lnTo>
                  <a:pt x="2127250" y="187845"/>
                </a:lnTo>
                <a:lnTo>
                  <a:pt x="2101329" y="151663"/>
                </a:lnTo>
                <a:lnTo>
                  <a:pt x="2071687" y="118592"/>
                </a:lnTo>
                <a:lnTo>
                  <a:pt x="2038629" y="88950"/>
                </a:lnTo>
                <a:lnTo>
                  <a:pt x="2002447" y="63042"/>
                </a:lnTo>
                <a:lnTo>
                  <a:pt x="1963445" y="41160"/>
                </a:lnTo>
                <a:lnTo>
                  <a:pt x="1921929" y="23609"/>
                </a:lnTo>
                <a:lnTo>
                  <a:pt x="1881352" y="11620"/>
                </a:lnTo>
                <a:lnTo>
                  <a:pt x="1878215" y="10693"/>
                </a:lnTo>
                <a:lnTo>
                  <a:pt x="1832597" y="2717"/>
                </a:lnTo>
                <a:lnTo>
                  <a:pt x="1785378" y="0"/>
                </a:lnTo>
                <a:lnTo>
                  <a:pt x="1738160" y="2717"/>
                </a:lnTo>
                <a:lnTo>
                  <a:pt x="1692541" y="10693"/>
                </a:lnTo>
                <a:lnTo>
                  <a:pt x="1648815" y="23609"/>
                </a:lnTo>
                <a:lnTo>
                  <a:pt x="1607312" y="41160"/>
                </a:lnTo>
                <a:lnTo>
                  <a:pt x="1568310" y="63042"/>
                </a:lnTo>
                <a:lnTo>
                  <a:pt x="1532128" y="88950"/>
                </a:lnTo>
                <a:lnTo>
                  <a:pt x="1499069" y="118592"/>
                </a:lnTo>
                <a:lnTo>
                  <a:pt x="1469428" y="151663"/>
                </a:lnTo>
                <a:lnTo>
                  <a:pt x="1443507" y="187845"/>
                </a:lnTo>
                <a:lnTo>
                  <a:pt x="1440256" y="193649"/>
                </a:lnTo>
                <a:lnTo>
                  <a:pt x="1437005" y="187845"/>
                </a:lnTo>
                <a:lnTo>
                  <a:pt x="1433525" y="182994"/>
                </a:lnTo>
                <a:lnTo>
                  <a:pt x="1433525" y="205625"/>
                </a:lnTo>
                <a:lnTo>
                  <a:pt x="1421625" y="226834"/>
                </a:lnTo>
                <a:lnTo>
                  <a:pt x="1404073" y="268351"/>
                </a:lnTo>
                <a:lnTo>
                  <a:pt x="1391158" y="312064"/>
                </a:lnTo>
                <a:lnTo>
                  <a:pt x="1383195" y="357682"/>
                </a:lnTo>
                <a:lnTo>
                  <a:pt x="1380464" y="404901"/>
                </a:lnTo>
                <a:lnTo>
                  <a:pt x="1383195" y="452132"/>
                </a:lnTo>
                <a:lnTo>
                  <a:pt x="1391158" y="497751"/>
                </a:lnTo>
                <a:lnTo>
                  <a:pt x="1404073" y="541464"/>
                </a:lnTo>
                <a:lnTo>
                  <a:pt x="1421625" y="582980"/>
                </a:lnTo>
                <a:lnTo>
                  <a:pt x="1433525" y="604202"/>
                </a:lnTo>
                <a:lnTo>
                  <a:pt x="1417967" y="629602"/>
                </a:lnTo>
                <a:lnTo>
                  <a:pt x="1389176" y="666102"/>
                </a:lnTo>
                <a:lnTo>
                  <a:pt x="1356334" y="698931"/>
                </a:lnTo>
                <a:lnTo>
                  <a:pt x="1319834" y="727735"/>
                </a:lnTo>
                <a:lnTo>
                  <a:pt x="1280033" y="752119"/>
                </a:lnTo>
                <a:lnTo>
                  <a:pt x="1237284" y="771715"/>
                </a:lnTo>
                <a:lnTo>
                  <a:pt x="1191983" y="786180"/>
                </a:lnTo>
                <a:lnTo>
                  <a:pt x="1144473" y="795134"/>
                </a:lnTo>
                <a:lnTo>
                  <a:pt x="1095146" y="798195"/>
                </a:lnTo>
                <a:lnTo>
                  <a:pt x="1045806" y="795134"/>
                </a:lnTo>
                <a:lnTo>
                  <a:pt x="998308" y="786180"/>
                </a:lnTo>
                <a:lnTo>
                  <a:pt x="952995" y="771715"/>
                </a:lnTo>
                <a:lnTo>
                  <a:pt x="910259" y="752119"/>
                </a:lnTo>
                <a:lnTo>
                  <a:pt x="870445" y="727735"/>
                </a:lnTo>
                <a:lnTo>
                  <a:pt x="833945" y="698931"/>
                </a:lnTo>
                <a:lnTo>
                  <a:pt x="801116" y="666102"/>
                </a:lnTo>
                <a:lnTo>
                  <a:pt x="772325" y="629602"/>
                </a:lnTo>
                <a:lnTo>
                  <a:pt x="756754" y="604189"/>
                </a:lnTo>
                <a:lnTo>
                  <a:pt x="768654" y="582980"/>
                </a:lnTo>
                <a:lnTo>
                  <a:pt x="786206" y="541464"/>
                </a:lnTo>
                <a:lnTo>
                  <a:pt x="799122" y="497751"/>
                </a:lnTo>
                <a:lnTo>
                  <a:pt x="807085" y="452132"/>
                </a:lnTo>
                <a:lnTo>
                  <a:pt x="809815" y="404901"/>
                </a:lnTo>
                <a:lnTo>
                  <a:pt x="807085" y="357682"/>
                </a:lnTo>
                <a:lnTo>
                  <a:pt x="799122" y="312064"/>
                </a:lnTo>
                <a:lnTo>
                  <a:pt x="798195" y="308927"/>
                </a:lnTo>
                <a:lnTo>
                  <a:pt x="798195" y="404901"/>
                </a:lnTo>
                <a:lnTo>
                  <a:pt x="795121" y="454240"/>
                </a:lnTo>
                <a:lnTo>
                  <a:pt x="786180" y="501738"/>
                </a:lnTo>
                <a:lnTo>
                  <a:pt x="771715" y="547052"/>
                </a:lnTo>
                <a:lnTo>
                  <a:pt x="752106" y="589788"/>
                </a:lnTo>
                <a:lnTo>
                  <a:pt x="750023" y="593191"/>
                </a:lnTo>
                <a:lnTo>
                  <a:pt x="747941" y="589788"/>
                </a:lnTo>
                <a:lnTo>
                  <a:pt x="728332" y="547052"/>
                </a:lnTo>
                <a:lnTo>
                  <a:pt x="713867" y="501738"/>
                </a:lnTo>
                <a:lnTo>
                  <a:pt x="704913" y="454240"/>
                </a:lnTo>
                <a:lnTo>
                  <a:pt x="701852" y="404901"/>
                </a:lnTo>
                <a:lnTo>
                  <a:pt x="704913" y="355574"/>
                </a:lnTo>
                <a:lnTo>
                  <a:pt x="713867" y="308063"/>
                </a:lnTo>
                <a:lnTo>
                  <a:pt x="728332" y="262763"/>
                </a:lnTo>
                <a:lnTo>
                  <a:pt x="747941" y="220014"/>
                </a:lnTo>
                <a:lnTo>
                  <a:pt x="750023" y="216623"/>
                </a:lnTo>
                <a:lnTo>
                  <a:pt x="752106" y="220014"/>
                </a:lnTo>
                <a:lnTo>
                  <a:pt x="771715" y="262763"/>
                </a:lnTo>
                <a:lnTo>
                  <a:pt x="786180" y="308063"/>
                </a:lnTo>
                <a:lnTo>
                  <a:pt x="795121" y="355574"/>
                </a:lnTo>
                <a:lnTo>
                  <a:pt x="798195" y="404901"/>
                </a:lnTo>
                <a:lnTo>
                  <a:pt x="798195" y="308927"/>
                </a:lnTo>
                <a:lnTo>
                  <a:pt x="786206" y="268351"/>
                </a:lnTo>
                <a:lnTo>
                  <a:pt x="768654" y="226834"/>
                </a:lnTo>
                <a:lnTo>
                  <a:pt x="756742" y="205638"/>
                </a:lnTo>
                <a:lnTo>
                  <a:pt x="772325" y="180213"/>
                </a:lnTo>
                <a:lnTo>
                  <a:pt x="801116" y="143713"/>
                </a:lnTo>
                <a:lnTo>
                  <a:pt x="833945" y="110871"/>
                </a:lnTo>
                <a:lnTo>
                  <a:pt x="870445" y="82080"/>
                </a:lnTo>
                <a:lnTo>
                  <a:pt x="910259" y="57696"/>
                </a:lnTo>
                <a:lnTo>
                  <a:pt x="952995" y="38087"/>
                </a:lnTo>
                <a:lnTo>
                  <a:pt x="998448" y="23609"/>
                </a:lnTo>
                <a:lnTo>
                  <a:pt x="1045806" y="14681"/>
                </a:lnTo>
                <a:lnTo>
                  <a:pt x="1095146" y="11620"/>
                </a:lnTo>
                <a:lnTo>
                  <a:pt x="1144473" y="14681"/>
                </a:lnTo>
                <a:lnTo>
                  <a:pt x="1191844" y="23609"/>
                </a:lnTo>
                <a:lnTo>
                  <a:pt x="1237284" y="38087"/>
                </a:lnTo>
                <a:lnTo>
                  <a:pt x="1280033" y="57696"/>
                </a:lnTo>
                <a:lnTo>
                  <a:pt x="1319834" y="82080"/>
                </a:lnTo>
                <a:lnTo>
                  <a:pt x="1356334" y="110871"/>
                </a:lnTo>
                <a:lnTo>
                  <a:pt x="1389176" y="143713"/>
                </a:lnTo>
                <a:lnTo>
                  <a:pt x="1417967" y="180213"/>
                </a:lnTo>
                <a:lnTo>
                  <a:pt x="1433525" y="205625"/>
                </a:lnTo>
                <a:lnTo>
                  <a:pt x="1433525" y="182994"/>
                </a:lnTo>
                <a:lnTo>
                  <a:pt x="1411097" y="151663"/>
                </a:lnTo>
                <a:lnTo>
                  <a:pt x="1381455" y="118592"/>
                </a:lnTo>
                <a:lnTo>
                  <a:pt x="1348384" y="88950"/>
                </a:lnTo>
                <a:lnTo>
                  <a:pt x="1312202" y="63042"/>
                </a:lnTo>
                <a:lnTo>
                  <a:pt x="1273213" y="41160"/>
                </a:lnTo>
                <a:lnTo>
                  <a:pt x="1231696" y="23609"/>
                </a:lnTo>
                <a:lnTo>
                  <a:pt x="1191120" y="11620"/>
                </a:lnTo>
                <a:lnTo>
                  <a:pt x="1187983" y="10693"/>
                </a:lnTo>
                <a:lnTo>
                  <a:pt x="1142365" y="2717"/>
                </a:lnTo>
                <a:lnTo>
                  <a:pt x="1095146" y="0"/>
                </a:lnTo>
                <a:lnTo>
                  <a:pt x="1047915" y="2717"/>
                </a:lnTo>
                <a:lnTo>
                  <a:pt x="1002296" y="10693"/>
                </a:lnTo>
                <a:lnTo>
                  <a:pt x="958583" y="23609"/>
                </a:lnTo>
                <a:lnTo>
                  <a:pt x="917079" y="41160"/>
                </a:lnTo>
                <a:lnTo>
                  <a:pt x="878078" y="63042"/>
                </a:lnTo>
                <a:lnTo>
                  <a:pt x="841895" y="88950"/>
                </a:lnTo>
                <a:lnTo>
                  <a:pt x="808824" y="118592"/>
                </a:lnTo>
                <a:lnTo>
                  <a:pt x="779183" y="151663"/>
                </a:lnTo>
                <a:lnTo>
                  <a:pt x="753275" y="187845"/>
                </a:lnTo>
                <a:lnTo>
                  <a:pt x="750023" y="193649"/>
                </a:lnTo>
                <a:lnTo>
                  <a:pt x="746772" y="187845"/>
                </a:lnTo>
                <a:lnTo>
                  <a:pt x="743292" y="182994"/>
                </a:lnTo>
                <a:lnTo>
                  <a:pt x="743292" y="205638"/>
                </a:lnTo>
                <a:lnTo>
                  <a:pt x="731393" y="226834"/>
                </a:lnTo>
                <a:lnTo>
                  <a:pt x="713841" y="268351"/>
                </a:lnTo>
                <a:lnTo>
                  <a:pt x="700925" y="312064"/>
                </a:lnTo>
                <a:lnTo>
                  <a:pt x="692962" y="357682"/>
                </a:lnTo>
                <a:lnTo>
                  <a:pt x="690232" y="404901"/>
                </a:lnTo>
                <a:lnTo>
                  <a:pt x="692962" y="452132"/>
                </a:lnTo>
                <a:lnTo>
                  <a:pt x="700925" y="497751"/>
                </a:lnTo>
                <a:lnTo>
                  <a:pt x="713841" y="541464"/>
                </a:lnTo>
                <a:lnTo>
                  <a:pt x="731393" y="582980"/>
                </a:lnTo>
                <a:lnTo>
                  <a:pt x="743280" y="604189"/>
                </a:lnTo>
                <a:lnTo>
                  <a:pt x="727722" y="629602"/>
                </a:lnTo>
                <a:lnTo>
                  <a:pt x="698931" y="666102"/>
                </a:lnTo>
                <a:lnTo>
                  <a:pt x="666102" y="698931"/>
                </a:lnTo>
                <a:lnTo>
                  <a:pt x="629602" y="727735"/>
                </a:lnTo>
                <a:lnTo>
                  <a:pt x="589788" y="752119"/>
                </a:lnTo>
                <a:lnTo>
                  <a:pt x="547052" y="771715"/>
                </a:lnTo>
                <a:lnTo>
                  <a:pt x="501738" y="786180"/>
                </a:lnTo>
                <a:lnTo>
                  <a:pt x="454240" y="795134"/>
                </a:lnTo>
                <a:lnTo>
                  <a:pt x="404901" y="798195"/>
                </a:lnTo>
                <a:lnTo>
                  <a:pt x="355574" y="795134"/>
                </a:lnTo>
                <a:lnTo>
                  <a:pt x="308063" y="786180"/>
                </a:lnTo>
                <a:lnTo>
                  <a:pt x="262763" y="771715"/>
                </a:lnTo>
                <a:lnTo>
                  <a:pt x="220014" y="752119"/>
                </a:lnTo>
                <a:lnTo>
                  <a:pt x="180213" y="727735"/>
                </a:lnTo>
                <a:lnTo>
                  <a:pt x="143713" y="698931"/>
                </a:lnTo>
                <a:lnTo>
                  <a:pt x="110871" y="666102"/>
                </a:lnTo>
                <a:lnTo>
                  <a:pt x="82080" y="629602"/>
                </a:lnTo>
                <a:lnTo>
                  <a:pt x="57696" y="589788"/>
                </a:lnTo>
                <a:lnTo>
                  <a:pt x="38087" y="547052"/>
                </a:lnTo>
                <a:lnTo>
                  <a:pt x="23634" y="501738"/>
                </a:lnTo>
                <a:lnTo>
                  <a:pt x="14681" y="454240"/>
                </a:lnTo>
                <a:lnTo>
                  <a:pt x="11620" y="404901"/>
                </a:lnTo>
                <a:lnTo>
                  <a:pt x="14681" y="355574"/>
                </a:lnTo>
                <a:lnTo>
                  <a:pt x="23634" y="308063"/>
                </a:lnTo>
                <a:lnTo>
                  <a:pt x="38087" y="262763"/>
                </a:lnTo>
                <a:lnTo>
                  <a:pt x="57696" y="220014"/>
                </a:lnTo>
                <a:lnTo>
                  <a:pt x="82080" y="180213"/>
                </a:lnTo>
                <a:lnTo>
                  <a:pt x="110871" y="143713"/>
                </a:lnTo>
                <a:lnTo>
                  <a:pt x="143713" y="110871"/>
                </a:lnTo>
                <a:lnTo>
                  <a:pt x="180213" y="82080"/>
                </a:lnTo>
                <a:lnTo>
                  <a:pt x="220014" y="57696"/>
                </a:lnTo>
                <a:lnTo>
                  <a:pt x="262763" y="38087"/>
                </a:lnTo>
                <a:lnTo>
                  <a:pt x="308203" y="23609"/>
                </a:lnTo>
                <a:lnTo>
                  <a:pt x="355574" y="14681"/>
                </a:lnTo>
                <a:lnTo>
                  <a:pt x="404901" y="11620"/>
                </a:lnTo>
                <a:lnTo>
                  <a:pt x="454240" y="14681"/>
                </a:lnTo>
                <a:lnTo>
                  <a:pt x="501599" y="23609"/>
                </a:lnTo>
                <a:lnTo>
                  <a:pt x="547052" y="38087"/>
                </a:lnTo>
                <a:lnTo>
                  <a:pt x="589788" y="57696"/>
                </a:lnTo>
                <a:lnTo>
                  <a:pt x="629602" y="82080"/>
                </a:lnTo>
                <a:lnTo>
                  <a:pt x="666102" y="110871"/>
                </a:lnTo>
                <a:lnTo>
                  <a:pt x="698931" y="143713"/>
                </a:lnTo>
                <a:lnTo>
                  <a:pt x="727722" y="180213"/>
                </a:lnTo>
                <a:lnTo>
                  <a:pt x="743292" y="205638"/>
                </a:lnTo>
                <a:lnTo>
                  <a:pt x="743292" y="182994"/>
                </a:lnTo>
                <a:lnTo>
                  <a:pt x="720864" y="151663"/>
                </a:lnTo>
                <a:lnTo>
                  <a:pt x="691222" y="118592"/>
                </a:lnTo>
                <a:lnTo>
                  <a:pt x="658152" y="88950"/>
                </a:lnTo>
                <a:lnTo>
                  <a:pt x="621969" y="63042"/>
                </a:lnTo>
                <a:lnTo>
                  <a:pt x="582968" y="41160"/>
                </a:lnTo>
                <a:lnTo>
                  <a:pt x="541464" y="23609"/>
                </a:lnTo>
                <a:lnTo>
                  <a:pt x="500888" y="11620"/>
                </a:lnTo>
                <a:lnTo>
                  <a:pt x="497751" y="10693"/>
                </a:lnTo>
                <a:lnTo>
                  <a:pt x="452120" y="2717"/>
                </a:lnTo>
                <a:lnTo>
                  <a:pt x="404901" y="0"/>
                </a:lnTo>
                <a:lnTo>
                  <a:pt x="357682" y="2717"/>
                </a:lnTo>
                <a:lnTo>
                  <a:pt x="312064" y="10693"/>
                </a:lnTo>
                <a:lnTo>
                  <a:pt x="268351" y="23609"/>
                </a:lnTo>
                <a:lnTo>
                  <a:pt x="226834" y="41160"/>
                </a:lnTo>
                <a:lnTo>
                  <a:pt x="187845" y="63042"/>
                </a:lnTo>
                <a:lnTo>
                  <a:pt x="151650" y="88950"/>
                </a:lnTo>
                <a:lnTo>
                  <a:pt x="118592" y="118592"/>
                </a:lnTo>
                <a:lnTo>
                  <a:pt x="88950" y="151663"/>
                </a:lnTo>
                <a:lnTo>
                  <a:pt x="63042" y="187845"/>
                </a:lnTo>
                <a:lnTo>
                  <a:pt x="41148" y="226834"/>
                </a:lnTo>
                <a:lnTo>
                  <a:pt x="23609" y="268351"/>
                </a:lnTo>
                <a:lnTo>
                  <a:pt x="10693" y="312064"/>
                </a:lnTo>
                <a:lnTo>
                  <a:pt x="2717" y="357682"/>
                </a:lnTo>
                <a:lnTo>
                  <a:pt x="0" y="404901"/>
                </a:lnTo>
                <a:lnTo>
                  <a:pt x="2717" y="452132"/>
                </a:lnTo>
                <a:lnTo>
                  <a:pt x="10693" y="497751"/>
                </a:lnTo>
                <a:lnTo>
                  <a:pt x="23609" y="541464"/>
                </a:lnTo>
                <a:lnTo>
                  <a:pt x="41148" y="582980"/>
                </a:lnTo>
                <a:lnTo>
                  <a:pt x="63042" y="621969"/>
                </a:lnTo>
                <a:lnTo>
                  <a:pt x="88950" y="658152"/>
                </a:lnTo>
                <a:lnTo>
                  <a:pt x="118592" y="691222"/>
                </a:lnTo>
                <a:lnTo>
                  <a:pt x="151650" y="720864"/>
                </a:lnTo>
                <a:lnTo>
                  <a:pt x="187833" y="746772"/>
                </a:lnTo>
                <a:lnTo>
                  <a:pt x="226834" y="768654"/>
                </a:lnTo>
                <a:lnTo>
                  <a:pt x="268287" y="786180"/>
                </a:lnTo>
                <a:lnTo>
                  <a:pt x="312064" y="799122"/>
                </a:lnTo>
                <a:lnTo>
                  <a:pt x="357682" y="807085"/>
                </a:lnTo>
                <a:lnTo>
                  <a:pt x="404901" y="809815"/>
                </a:lnTo>
                <a:lnTo>
                  <a:pt x="452120" y="807085"/>
                </a:lnTo>
                <a:lnTo>
                  <a:pt x="497751" y="799122"/>
                </a:lnTo>
                <a:lnTo>
                  <a:pt x="541528" y="786180"/>
                </a:lnTo>
                <a:lnTo>
                  <a:pt x="582968" y="768654"/>
                </a:lnTo>
                <a:lnTo>
                  <a:pt x="621969" y="746772"/>
                </a:lnTo>
                <a:lnTo>
                  <a:pt x="658152" y="720864"/>
                </a:lnTo>
                <a:lnTo>
                  <a:pt x="691222" y="691222"/>
                </a:lnTo>
                <a:lnTo>
                  <a:pt x="720864" y="658152"/>
                </a:lnTo>
                <a:lnTo>
                  <a:pt x="746772" y="621969"/>
                </a:lnTo>
                <a:lnTo>
                  <a:pt x="750023" y="616178"/>
                </a:lnTo>
                <a:lnTo>
                  <a:pt x="753275" y="621969"/>
                </a:lnTo>
                <a:lnTo>
                  <a:pt x="779183" y="658152"/>
                </a:lnTo>
                <a:lnTo>
                  <a:pt x="808824" y="691222"/>
                </a:lnTo>
                <a:lnTo>
                  <a:pt x="841895" y="720864"/>
                </a:lnTo>
                <a:lnTo>
                  <a:pt x="878078" y="746772"/>
                </a:lnTo>
                <a:lnTo>
                  <a:pt x="917079" y="768654"/>
                </a:lnTo>
                <a:lnTo>
                  <a:pt x="958519" y="786180"/>
                </a:lnTo>
                <a:lnTo>
                  <a:pt x="1002296" y="799122"/>
                </a:lnTo>
                <a:lnTo>
                  <a:pt x="1047915" y="807085"/>
                </a:lnTo>
                <a:lnTo>
                  <a:pt x="1095146" y="809815"/>
                </a:lnTo>
                <a:lnTo>
                  <a:pt x="1142365" y="807085"/>
                </a:lnTo>
                <a:lnTo>
                  <a:pt x="1187983" y="799122"/>
                </a:lnTo>
                <a:lnTo>
                  <a:pt x="1231760" y="786180"/>
                </a:lnTo>
                <a:lnTo>
                  <a:pt x="1273213" y="768654"/>
                </a:lnTo>
                <a:lnTo>
                  <a:pt x="1312202" y="746772"/>
                </a:lnTo>
                <a:lnTo>
                  <a:pt x="1348384" y="720864"/>
                </a:lnTo>
                <a:lnTo>
                  <a:pt x="1381455" y="691222"/>
                </a:lnTo>
                <a:lnTo>
                  <a:pt x="1411097" y="658152"/>
                </a:lnTo>
                <a:lnTo>
                  <a:pt x="1437005" y="621969"/>
                </a:lnTo>
                <a:lnTo>
                  <a:pt x="1440256" y="616178"/>
                </a:lnTo>
                <a:lnTo>
                  <a:pt x="1443507" y="621969"/>
                </a:lnTo>
                <a:lnTo>
                  <a:pt x="1469428" y="658152"/>
                </a:lnTo>
                <a:lnTo>
                  <a:pt x="1499069" y="691222"/>
                </a:lnTo>
                <a:lnTo>
                  <a:pt x="1532128" y="720864"/>
                </a:lnTo>
                <a:lnTo>
                  <a:pt x="1568310" y="746772"/>
                </a:lnTo>
                <a:lnTo>
                  <a:pt x="1607312" y="768654"/>
                </a:lnTo>
                <a:lnTo>
                  <a:pt x="1648752" y="786180"/>
                </a:lnTo>
                <a:lnTo>
                  <a:pt x="1692541" y="799122"/>
                </a:lnTo>
                <a:lnTo>
                  <a:pt x="1738160" y="807085"/>
                </a:lnTo>
                <a:lnTo>
                  <a:pt x="1785378" y="809815"/>
                </a:lnTo>
                <a:lnTo>
                  <a:pt x="1832597" y="807085"/>
                </a:lnTo>
                <a:lnTo>
                  <a:pt x="1878215" y="799122"/>
                </a:lnTo>
                <a:lnTo>
                  <a:pt x="1921992" y="786180"/>
                </a:lnTo>
                <a:lnTo>
                  <a:pt x="1963445" y="768654"/>
                </a:lnTo>
                <a:lnTo>
                  <a:pt x="2002447" y="746772"/>
                </a:lnTo>
                <a:lnTo>
                  <a:pt x="2038629" y="720864"/>
                </a:lnTo>
                <a:lnTo>
                  <a:pt x="2071687" y="691222"/>
                </a:lnTo>
                <a:lnTo>
                  <a:pt x="2101329" y="658152"/>
                </a:lnTo>
                <a:lnTo>
                  <a:pt x="2127250" y="621969"/>
                </a:lnTo>
                <a:lnTo>
                  <a:pt x="2149132" y="582980"/>
                </a:lnTo>
                <a:lnTo>
                  <a:pt x="2166683" y="541464"/>
                </a:lnTo>
                <a:lnTo>
                  <a:pt x="2179586" y="497751"/>
                </a:lnTo>
                <a:lnTo>
                  <a:pt x="2187562" y="452132"/>
                </a:lnTo>
                <a:lnTo>
                  <a:pt x="2190280" y="404901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6750" y="4836230"/>
            <a:ext cx="17621250" cy="333375"/>
            <a:chOff x="666750" y="4836230"/>
            <a:chExt cx="17621250" cy="333375"/>
          </a:xfrm>
        </p:grpSpPr>
        <p:sp>
          <p:nvSpPr>
            <p:cNvPr id="3" name="object 3"/>
            <p:cNvSpPr/>
            <p:nvPr/>
          </p:nvSpPr>
          <p:spPr>
            <a:xfrm>
              <a:off x="990599" y="4988630"/>
              <a:ext cx="17297400" cy="19050"/>
            </a:xfrm>
            <a:custGeom>
              <a:avLst/>
              <a:gdLst/>
              <a:ahLst/>
              <a:cxnLst/>
              <a:rect l="l" t="t" r="r" b="b"/>
              <a:pathLst>
                <a:path w="17297400" h="19050">
                  <a:moveTo>
                    <a:pt x="172973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7297399" y="0"/>
                  </a:lnTo>
                  <a:lnTo>
                    <a:pt x="17297399" y="19049"/>
                  </a:lnTo>
                  <a:close/>
                </a:path>
              </a:pathLst>
            </a:custGeom>
            <a:solidFill>
              <a:srgbClr val="E10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6750" y="4836235"/>
              <a:ext cx="12963525" cy="333375"/>
            </a:xfrm>
            <a:custGeom>
              <a:avLst/>
              <a:gdLst/>
              <a:ahLst/>
              <a:cxnLst/>
              <a:rect l="l" t="t" r="r" b="b"/>
              <a:pathLst>
                <a:path w="12963525" h="333375">
                  <a:moveTo>
                    <a:pt x="323850" y="161925"/>
                  </a:moveTo>
                  <a:lnTo>
                    <a:pt x="318058" y="118884"/>
                  </a:lnTo>
                  <a:lnTo>
                    <a:pt x="301739" y="80200"/>
                  </a:lnTo>
                  <a:lnTo>
                    <a:pt x="276415" y="47421"/>
                  </a:lnTo>
                  <a:lnTo>
                    <a:pt x="243649" y="22110"/>
                  </a:lnTo>
                  <a:lnTo>
                    <a:pt x="204965" y="5778"/>
                  </a:lnTo>
                  <a:lnTo>
                    <a:pt x="161925" y="0"/>
                  </a:lnTo>
                  <a:lnTo>
                    <a:pt x="118872" y="5778"/>
                  </a:lnTo>
                  <a:lnTo>
                    <a:pt x="80187" y="22110"/>
                  </a:lnTo>
                  <a:lnTo>
                    <a:pt x="47421" y="47421"/>
                  </a:lnTo>
                  <a:lnTo>
                    <a:pt x="22098" y="80200"/>
                  </a:lnTo>
                  <a:lnTo>
                    <a:pt x="5778" y="118884"/>
                  </a:lnTo>
                  <a:lnTo>
                    <a:pt x="0" y="161925"/>
                  </a:lnTo>
                  <a:lnTo>
                    <a:pt x="5778" y="204965"/>
                  </a:lnTo>
                  <a:lnTo>
                    <a:pt x="22098" y="243649"/>
                  </a:lnTo>
                  <a:lnTo>
                    <a:pt x="47421" y="276428"/>
                  </a:lnTo>
                  <a:lnTo>
                    <a:pt x="80187" y="301739"/>
                  </a:lnTo>
                  <a:lnTo>
                    <a:pt x="118872" y="318071"/>
                  </a:lnTo>
                  <a:lnTo>
                    <a:pt x="161925" y="323850"/>
                  </a:lnTo>
                  <a:lnTo>
                    <a:pt x="204965" y="318071"/>
                  </a:lnTo>
                  <a:lnTo>
                    <a:pt x="243649" y="301739"/>
                  </a:lnTo>
                  <a:lnTo>
                    <a:pt x="276415" y="276428"/>
                  </a:lnTo>
                  <a:lnTo>
                    <a:pt x="301739" y="243649"/>
                  </a:lnTo>
                  <a:lnTo>
                    <a:pt x="318058" y="204965"/>
                  </a:lnTo>
                  <a:lnTo>
                    <a:pt x="323850" y="161925"/>
                  </a:lnTo>
                  <a:close/>
                </a:path>
                <a:path w="12963525" h="333375">
                  <a:moveTo>
                    <a:pt x="4333875" y="161925"/>
                  </a:moveTo>
                  <a:lnTo>
                    <a:pt x="4328084" y="118884"/>
                  </a:lnTo>
                  <a:lnTo>
                    <a:pt x="4311764" y="80200"/>
                  </a:lnTo>
                  <a:lnTo>
                    <a:pt x="4286440" y="47421"/>
                  </a:lnTo>
                  <a:lnTo>
                    <a:pt x="4253674" y="22110"/>
                  </a:lnTo>
                  <a:lnTo>
                    <a:pt x="4214990" y="5778"/>
                  </a:lnTo>
                  <a:lnTo>
                    <a:pt x="4171950" y="0"/>
                  </a:lnTo>
                  <a:lnTo>
                    <a:pt x="4128897" y="5778"/>
                  </a:lnTo>
                  <a:lnTo>
                    <a:pt x="4090212" y="22110"/>
                  </a:lnTo>
                  <a:lnTo>
                    <a:pt x="4057446" y="47421"/>
                  </a:lnTo>
                  <a:lnTo>
                    <a:pt x="4032123" y="80200"/>
                  </a:lnTo>
                  <a:lnTo>
                    <a:pt x="4015803" y="118884"/>
                  </a:lnTo>
                  <a:lnTo>
                    <a:pt x="4010025" y="161925"/>
                  </a:lnTo>
                  <a:lnTo>
                    <a:pt x="4015803" y="204965"/>
                  </a:lnTo>
                  <a:lnTo>
                    <a:pt x="4032123" y="243649"/>
                  </a:lnTo>
                  <a:lnTo>
                    <a:pt x="4057446" y="276428"/>
                  </a:lnTo>
                  <a:lnTo>
                    <a:pt x="4090212" y="301739"/>
                  </a:lnTo>
                  <a:lnTo>
                    <a:pt x="4128897" y="318071"/>
                  </a:lnTo>
                  <a:lnTo>
                    <a:pt x="4171950" y="323850"/>
                  </a:lnTo>
                  <a:lnTo>
                    <a:pt x="4214990" y="318071"/>
                  </a:lnTo>
                  <a:lnTo>
                    <a:pt x="4253674" y="301739"/>
                  </a:lnTo>
                  <a:lnTo>
                    <a:pt x="4286440" y="276428"/>
                  </a:lnTo>
                  <a:lnTo>
                    <a:pt x="4311764" y="243649"/>
                  </a:lnTo>
                  <a:lnTo>
                    <a:pt x="4328084" y="204965"/>
                  </a:lnTo>
                  <a:lnTo>
                    <a:pt x="4333875" y="161925"/>
                  </a:lnTo>
                  <a:close/>
                </a:path>
                <a:path w="12963525" h="333375">
                  <a:moveTo>
                    <a:pt x="8648687" y="171450"/>
                  </a:moveTo>
                  <a:lnTo>
                    <a:pt x="8642909" y="128409"/>
                  </a:lnTo>
                  <a:lnTo>
                    <a:pt x="8626589" y="89725"/>
                  </a:lnTo>
                  <a:lnTo>
                    <a:pt x="8601265" y="56946"/>
                  </a:lnTo>
                  <a:lnTo>
                    <a:pt x="8568499" y="31635"/>
                  </a:lnTo>
                  <a:lnTo>
                    <a:pt x="8529815" y="15303"/>
                  </a:lnTo>
                  <a:lnTo>
                    <a:pt x="8486762" y="9525"/>
                  </a:lnTo>
                  <a:lnTo>
                    <a:pt x="8443722" y="15303"/>
                  </a:lnTo>
                  <a:lnTo>
                    <a:pt x="8405038" y="31635"/>
                  </a:lnTo>
                  <a:lnTo>
                    <a:pt x="8372272" y="56946"/>
                  </a:lnTo>
                  <a:lnTo>
                    <a:pt x="8346948" y="89725"/>
                  </a:lnTo>
                  <a:lnTo>
                    <a:pt x="8330628" y="128409"/>
                  </a:lnTo>
                  <a:lnTo>
                    <a:pt x="8324837" y="171450"/>
                  </a:lnTo>
                  <a:lnTo>
                    <a:pt x="8330628" y="214490"/>
                  </a:lnTo>
                  <a:lnTo>
                    <a:pt x="8346948" y="253174"/>
                  </a:lnTo>
                  <a:lnTo>
                    <a:pt x="8372272" y="285953"/>
                  </a:lnTo>
                  <a:lnTo>
                    <a:pt x="8405038" y="311264"/>
                  </a:lnTo>
                  <a:lnTo>
                    <a:pt x="8443722" y="327596"/>
                  </a:lnTo>
                  <a:lnTo>
                    <a:pt x="8486762" y="333375"/>
                  </a:lnTo>
                  <a:lnTo>
                    <a:pt x="8529815" y="327596"/>
                  </a:lnTo>
                  <a:lnTo>
                    <a:pt x="8568499" y="311264"/>
                  </a:lnTo>
                  <a:lnTo>
                    <a:pt x="8601265" y="285953"/>
                  </a:lnTo>
                  <a:lnTo>
                    <a:pt x="8626589" y="253174"/>
                  </a:lnTo>
                  <a:lnTo>
                    <a:pt x="8642909" y="214490"/>
                  </a:lnTo>
                  <a:lnTo>
                    <a:pt x="8648687" y="171450"/>
                  </a:lnTo>
                  <a:close/>
                </a:path>
                <a:path w="12963525" h="333375">
                  <a:moveTo>
                    <a:pt x="12963512" y="171450"/>
                  </a:moveTo>
                  <a:lnTo>
                    <a:pt x="12957734" y="128409"/>
                  </a:lnTo>
                  <a:lnTo>
                    <a:pt x="12941414" y="89725"/>
                  </a:lnTo>
                  <a:lnTo>
                    <a:pt x="12916091" y="56946"/>
                  </a:lnTo>
                  <a:lnTo>
                    <a:pt x="12883325" y="31635"/>
                  </a:lnTo>
                  <a:lnTo>
                    <a:pt x="12844640" y="15303"/>
                  </a:lnTo>
                  <a:lnTo>
                    <a:pt x="12801587" y="9525"/>
                  </a:lnTo>
                  <a:lnTo>
                    <a:pt x="12758547" y="15303"/>
                  </a:lnTo>
                  <a:lnTo>
                    <a:pt x="12719863" y="31635"/>
                  </a:lnTo>
                  <a:lnTo>
                    <a:pt x="12687097" y="56946"/>
                  </a:lnTo>
                  <a:lnTo>
                    <a:pt x="12661773" y="89725"/>
                  </a:lnTo>
                  <a:lnTo>
                    <a:pt x="12645454" y="128409"/>
                  </a:lnTo>
                  <a:lnTo>
                    <a:pt x="12639662" y="171450"/>
                  </a:lnTo>
                  <a:lnTo>
                    <a:pt x="12645454" y="214490"/>
                  </a:lnTo>
                  <a:lnTo>
                    <a:pt x="12661773" y="253174"/>
                  </a:lnTo>
                  <a:lnTo>
                    <a:pt x="12687097" y="285953"/>
                  </a:lnTo>
                  <a:lnTo>
                    <a:pt x="12719863" y="311264"/>
                  </a:lnTo>
                  <a:lnTo>
                    <a:pt x="12758547" y="327596"/>
                  </a:lnTo>
                  <a:lnTo>
                    <a:pt x="12801587" y="333375"/>
                  </a:lnTo>
                  <a:lnTo>
                    <a:pt x="12844640" y="327596"/>
                  </a:lnTo>
                  <a:lnTo>
                    <a:pt x="12883325" y="311264"/>
                  </a:lnTo>
                  <a:lnTo>
                    <a:pt x="12916091" y="285953"/>
                  </a:lnTo>
                  <a:lnTo>
                    <a:pt x="12941414" y="253174"/>
                  </a:lnTo>
                  <a:lnTo>
                    <a:pt x="12957734" y="214490"/>
                  </a:lnTo>
                  <a:lnTo>
                    <a:pt x="12963512" y="171450"/>
                  </a:lnTo>
                  <a:close/>
                </a:path>
              </a:pathLst>
            </a:custGeom>
            <a:solidFill>
              <a:srgbClr val="E10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NLP</a:t>
            </a:r>
            <a:r>
              <a:rPr spc="-670" dirty="0"/>
              <a:t> </a:t>
            </a:r>
            <a:r>
              <a:rPr spc="525" dirty="0"/>
              <a:t>Model</a:t>
            </a:r>
            <a:r>
              <a:rPr spc="-665" dirty="0"/>
              <a:t> </a:t>
            </a:r>
            <a:r>
              <a:rPr spc="-365" dirty="0"/>
              <a:t>W</a:t>
            </a:r>
            <a:r>
              <a:rPr spc="10" dirty="0"/>
              <a:t>o</a:t>
            </a:r>
            <a:r>
              <a:rPr spc="200" dirty="0"/>
              <a:t>r</a:t>
            </a:r>
            <a:r>
              <a:rPr spc="-35" dirty="0"/>
              <a:t>k</a:t>
            </a:r>
            <a:r>
              <a:rPr spc="-80" dirty="0"/>
              <a:t>f</a:t>
            </a:r>
            <a:r>
              <a:rPr spc="-155" dirty="0"/>
              <a:t>l</a:t>
            </a:r>
            <a:r>
              <a:rPr spc="10" dirty="0"/>
              <a:t>o</a:t>
            </a:r>
            <a:r>
              <a:rPr spc="215" dirty="0"/>
              <a:t>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4049" y="3705288"/>
            <a:ext cx="22821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Tokenization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49" y="5678875"/>
            <a:ext cx="271335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Splitting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text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into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individual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words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or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tokens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processing.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64074" y="3705288"/>
            <a:ext cx="2773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Lemmatization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4074" y="5678875"/>
            <a:ext cx="2777490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Converting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words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their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root</a:t>
            </a:r>
            <a:r>
              <a:rPr sz="21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form for</a:t>
            </a:r>
            <a:r>
              <a:rPr sz="21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analysis.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8900" y="3705288"/>
            <a:ext cx="23914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80" dirty="0">
                <a:solidFill>
                  <a:srgbClr val="FFFFFF"/>
                </a:solidFill>
                <a:latin typeface="Trebuchet MS"/>
                <a:cs typeface="Trebuchet MS"/>
              </a:rPr>
              <a:t>POS</a:t>
            </a:r>
            <a:r>
              <a:rPr sz="3200" spc="-2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Trebuchet MS"/>
                <a:cs typeface="Trebuchet MS"/>
              </a:rPr>
              <a:t>Tagging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93725" y="3705288"/>
            <a:ext cx="12801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95" dirty="0">
                <a:solidFill>
                  <a:srgbClr val="FFFFFF"/>
                </a:solidFill>
                <a:latin typeface="Trebuchet MS"/>
                <a:cs typeface="Trebuchet MS"/>
              </a:rPr>
              <a:t>VADER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78900" y="5678875"/>
            <a:ext cx="2729230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Identifying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parts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100" spc="-60" dirty="0">
                <a:solidFill>
                  <a:srgbClr val="FFFFFF"/>
                </a:solidFill>
                <a:latin typeface="Verdana"/>
                <a:cs typeface="Verdana"/>
              </a:rPr>
              <a:t>speech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understand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sentence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structure.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93725" y="5678875"/>
            <a:ext cx="281622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Analyzing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sentiment</a:t>
            </a:r>
            <a:r>
              <a:rPr sz="21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text</a:t>
            </a:r>
            <a:r>
              <a:rPr sz="21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predefined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lexicon.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430957" y="752283"/>
            <a:ext cx="2190750" cy="810260"/>
          </a:xfrm>
          <a:custGeom>
            <a:avLst/>
            <a:gdLst/>
            <a:ahLst/>
            <a:cxnLst/>
            <a:rect l="l" t="t" r="r" b="b"/>
            <a:pathLst>
              <a:path w="2190750" h="810260">
                <a:moveTo>
                  <a:pt x="2190280" y="404901"/>
                </a:moveTo>
                <a:lnTo>
                  <a:pt x="2187562" y="357682"/>
                </a:lnTo>
                <a:lnTo>
                  <a:pt x="2179586" y="312064"/>
                </a:lnTo>
                <a:lnTo>
                  <a:pt x="2178659" y="308927"/>
                </a:lnTo>
                <a:lnTo>
                  <a:pt x="2178659" y="404901"/>
                </a:lnTo>
                <a:lnTo>
                  <a:pt x="2175599" y="454240"/>
                </a:lnTo>
                <a:lnTo>
                  <a:pt x="2166658" y="501738"/>
                </a:lnTo>
                <a:lnTo>
                  <a:pt x="2152192" y="547052"/>
                </a:lnTo>
                <a:lnTo>
                  <a:pt x="2132584" y="589788"/>
                </a:lnTo>
                <a:lnTo>
                  <a:pt x="2108200" y="629602"/>
                </a:lnTo>
                <a:lnTo>
                  <a:pt x="2079409" y="666102"/>
                </a:lnTo>
                <a:lnTo>
                  <a:pt x="2046579" y="698931"/>
                </a:lnTo>
                <a:lnTo>
                  <a:pt x="2010067" y="727735"/>
                </a:lnTo>
                <a:lnTo>
                  <a:pt x="1970265" y="752119"/>
                </a:lnTo>
                <a:lnTo>
                  <a:pt x="1927517" y="771715"/>
                </a:lnTo>
                <a:lnTo>
                  <a:pt x="1882216" y="786180"/>
                </a:lnTo>
                <a:lnTo>
                  <a:pt x="1834705" y="795134"/>
                </a:lnTo>
                <a:lnTo>
                  <a:pt x="1785378" y="798195"/>
                </a:lnTo>
                <a:lnTo>
                  <a:pt x="1736039" y="795134"/>
                </a:lnTo>
                <a:lnTo>
                  <a:pt x="1688541" y="786180"/>
                </a:lnTo>
                <a:lnTo>
                  <a:pt x="1643227" y="771715"/>
                </a:lnTo>
                <a:lnTo>
                  <a:pt x="1600492" y="752119"/>
                </a:lnTo>
                <a:lnTo>
                  <a:pt x="1560677" y="727735"/>
                </a:lnTo>
                <a:lnTo>
                  <a:pt x="1524177" y="698931"/>
                </a:lnTo>
                <a:lnTo>
                  <a:pt x="1491348" y="666102"/>
                </a:lnTo>
                <a:lnTo>
                  <a:pt x="1462557" y="629602"/>
                </a:lnTo>
                <a:lnTo>
                  <a:pt x="1446987" y="604189"/>
                </a:lnTo>
                <a:lnTo>
                  <a:pt x="1458899" y="582980"/>
                </a:lnTo>
                <a:lnTo>
                  <a:pt x="1476438" y="541464"/>
                </a:lnTo>
                <a:lnTo>
                  <a:pt x="1489354" y="497751"/>
                </a:lnTo>
                <a:lnTo>
                  <a:pt x="1497330" y="452132"/>
                </a:lnTo>
                <a:lnTo>
                  <a:pt x="1500047" y="404901"/>
                </a:lnTo>
                <a:lnTo>
                  <a:pt x="1497330" y="357682"/>
                </a:lnTo>
                <a:lnTo>
                  <a:pt x="1489354" y="312064"/>
                </a:lnTo>
                <a:lnTo>
                  <a:pt x="1488427" y="308927"/>
                </a:lnTo>
                <a:lnTo>
                  <a:pt x="1488427" y="404901"/>
                </a:lnTo>
                <a:lnTo>
                  <a:pt x="1485366" y="454240"/>
                </a:lnTo>
                <a:lnTo>
                  <a:pt x="1476413" y="501738"/>
                </a:lnTo>
                <a:lnTo>
                  <a:pt x="1461960" y="547052"/>
                </a:lnTo>
                <a:lnTo>
                  <a:pt x="1442351" y="589788"/>
                </a:lnTo>
                <a:lnTo>
                  <a:pt x="1440256" y="593204"/>
                </a:lnTo>
                <a:lnTo>
                  <a:pt x="1438173" y="589788"/>
                </a:lnTo>
                <a:lnTo>
                  <a:pt x="1418564" y="547052"/>
                </a:lnTo>
                <a:lnTo>
                  <a:pt x="1404099" y="501738"/>
                </a:lnTo>
                <a:lnTo>
                  <a:pt x="1395158" y="454240"/>
                </a:lnTo>
                <a:lnTo>
                  <a:pt x="1392085" y="404901"/>
                </a:lnTo>
                <a:lnTo>
                  <a:pt x="1395158" y="355574"/>
                </a:lnTo>
                <a:lnTo>
                  <a:pt x="1404099" y="308063"/>
                </a:lnTo>
                <a:lnTo>
                  <a:pt x="1418564" y="262763"/>
                </a:lnTo>
                <a:lnTo>
                  <a:pt x="1438173" y="220014"/>
                </a:lnTo>
                <a:lnTo>
                  <a:pt x="1440256" y="216611"/>
                </a:lnTo>
                <a:lnTo>
                  <a:pt x="1442351" y="220014"/>
                </a:lnTo>
                <a:lnTo>
                  <a:pt x="1461960" y="262763"/>
                </a:lnTo>
                <a:lnTo>
                  <a:pt x="1476413" y="308063"/>
                </a:lnTo>
                <a:lnTo>
                  <a:pt x="1485366" y="355574"/>
                </a:lnTo>
                <a:lnTo>
                  <a:pt x="1488427" y="404901"/>
                </a:lnTo>
                <a:lnTo>
                  <a:pt x="1488427" y="308927"/>
                </a:lnTo>
                <a:lnTo>
                  <a:pt x="1476438" y="268351"/>
                </a:lnTo>
                <a:lnTo>
                  <a:pt x="1458899" y="226834"/>
                </a:lnTo>
                <a:lnTo>
                  <a:pt x="1446987" y="205625"/>
                </a:lnTo>
                <a:lnTo>
                  <a:pt x="1462557" y="180213"/>
                </a:lnTo>
                <a:lnTo>
                  <a:pt x="1491348" y="143713"/>
                </a:lnTo>
                <a:lnTo>
                  <a:pt x="1524177" y="110871"/>
                </a:lnTo>
                <a:lnTo>
                  <a:pt x="1560677" y="82080"/>
                </a:lnTo>
                <a:lnTo>
                  <a:pt x="1600492" y="57696"/>
                </a:lnTo>
                <a:lnTo>
                  <a:pt x="1643227" y="38087"/>
                </a:lnTo>
                <a:lnTo>
                  <a:pt x="1688680" y="23609"/>
                </a:lnTo>
                <a:lnTo>
                  <a:pt x="1736039" y="14681"/>
                </a:lnTo>
                <a:lnTo>
                  <a:pt x="1785378" y="11620"/>
                </a:lnTo>
                <a:lnTo>
                  <a:pt x="1834705" y="14681"/>
                </a:lnTo>
                <a:lnTo>
                  <a:pt x="1882076" y="23609"/>
                </a:lnTo>
                <a:lnTo>
                  <a:pt x="1927517" y="38087"/>
                </a:lnTo>
                <a:lnTo>
                  <a:pt x="1970265" y="57696"/>
                </a:lnTo>
                <a:lnTo>
                  <a:pt x="2010067" y="82080"/>
                </a:lnTo>
                <a:lnTo>
                  <a:pt x="2046579" y="110871"/>
                </a:lnTo>
                <a:lnTo>
                  <a:pt x="2079409" y="143713"/>
                </a:lnTo>
                <a:lnTo>
                  <a:pt x="2108200" y="180213"/>
                </a:lnTo>
                <a:lnTo>
                  <a:pt x="2132584" y="220014"/>
                </a:lnTo>
                <a:lnTo>
                  <a:pt x="2152192" y="262763"/>
                </a:lnTo>
                <a:lnTo>
                  <a:pt x="2166658" y="308063"/>
                </a:lnTo>
                <a:lnTo>
                  <a:pt x="2175599" y="355574"/>
                </a:lnTo>
                <a:lnTo>
                  <a:pt x="2178659" y="404901"/>
                </a:lnTo>
                <a:lnTo>
                  <a:pt x="2178659" y="308927"/>
                </a:lnTo>
                <a:lnTo>
                  <a:pt x="2166683" y="268351"/>
                </a:lnTo>
                <a:lnTo>
                  <a:pt x="2149132" y="226834"/>
                </a:lnTo>
                <a:lnTo>
                  <a:pt x="2127250" y="187845"/>
                </a:lnTo>
                <a:lnTo>
                  <a:pt x="2101329" y="151663"/>
                </a:lnTo>
                <a:lnTo>
                  <a:pt x="2071687" y="118592"/>
                </a:lnTo>
                <a:lnTo>
                  <a:pt x="2038629" y="88950"/>
                </a:lnTo>
                <a:lnTo>
                  <a:pt x="2002447" y="63042"/>
                </a:lnTo>
                <a:lnTo>
                  <a:pt x="1963445" y="41160"/>
                </a:lnTo>
                <a:lnTo>
                  <a:pt x="1921929" y="23609"/>
                </a:lnTo>
                <a:lnTo>
                  <a:pt x="1881352" y="11620"/>
                </a:lnTo>
                <a:lnTo>
                  <a:pt x="1878215" y="10693"/>
                </a:lnTo>
                <a:lnTo>
                  <a:pt x="1832597" y="2717"/>
                </a:lnTo>
                <a:lnTo>
                  <a:pt x="1785378" y="0"/>
                </a:lnTo>
                <a:lnTo>
                  <a:pt x="1738160" y="2717"/>
                </a:lnTo>
                <a:lnTo>
                  <a:pt x="1692541" y="10693"/>
                </a:lnTo>
                <a:lnTo>
                  <a:pt x="1648815" y="23609"/>
                </a:lnTo>
                <a:lnTo>
                  <a:pt x="1607312" y="41160"/>
                </a:lnTo>
                <a:lnTo>
                  <a:pt x="1568310" y="63042"/>
                </a:lnTo>
                <a:lnTo>
                  <a:pt x="1532128" y="88950"/>
                </a:lnTo>
                <a:lnTo>
                  <a:pt x="1499069" y="118592"/>
                </a:lnTo>
                <a:lnTo>
                  <a:pt x="1469428" y="151663"/>
                </a:lnTo>
                <a:lnTo>
                  <a:pt x="1443507" y="187845"/>
                </a:lnTo>
                <a:lnTo>
                  <a:pt x="1440256" y="193649"/>
                </a:lnTo>
                <a:lnTo>
                  <a:pt x="1437005" y="187845"/>
                </a:lnTo>
                <a:lnTo>
                  <a:pt x="1433525" y="182994"/>
                </a:lnTo>
                <a:lnTo>
                  <a:pt x="1433525" y="205625"/>
                </a:lnTo>
                <a:lnTo>
                  <a:pt x="1421625" y="226834"/>
                </a:lnTo>
                <a:lnTo>
                  <a:pt x="1404073" y="268351"/>
                </a:lnTo>
                <a:lnTo>
                  <a:pt x="1391158" y="312064"/>
                </a:lnTo>
                <a:lnTo>
                  <a:pt x="1383195" y="357682"/>
                </a:lnTo>
                <a:lnTo>
                  <a:pt x="1380464" y="404901"/>
                </a:lnTo>
                <a:lnTo>
                  <a:pt x="1383195" y="452132"/>
                </a:lnTo>
                <a:lnTo>
                  <a:pt x="1391158" y="497751"/>
                </a:lnTo>
                <a:lnTo>
                  <a:pt x="1404073" y="541464"/>
                </a:lnTo>
                <a:lnTo>
                  <a:pt x="1421625" y="582980"/>
                </a:lnTo>
                <a:lnTo>
                  <a:pt x="1433525" y="604202"/>
                </a:lnTo>
                <a:lnTo>
                  <a:pt x="1417967" y="629602"/>
                </a:lnTo>
                <a:lnTo>
                  <a:pt x="1389176" y="666102"/>
                </a:lnTo>
                <a:lnTo>
                  <a:pt x="1356334" y="698931"/>
                </a:lnTo>
                <a:lnTo>
                  <a:pt x="1319834" y="727735"/>
                </a:lnTo>
                <a:lnTo>
                  <a:pt x="1280033" y="752119"/>
                </a:lnTo>
                <a:lnTo>
                  <a:pt x="1237284" y="771715"/>
                </a:lnTo>
                <a:lnTo>
                  <a:pt x="1191983" y="786180"/>
                </a:lnTo>
                <a:lnTo>
                  <a:pt x="1144473" y="795134"/>
                </a:lnTo>
                <a:lnTo>
                  <a:pt x="1095146" y="798195"/>
                </a:lnTo>
                <a:lnTo>
                  <a:pt x="1045806" y="795134"/>
                </a:lnTo>
                <a:lnTo>
                  <a:pt x="998308" y="786180"/>
                </a:lnTo>
                <a:lnTo>
                  <a:pt x="952995" y="771715"/>
                </a:lnTo>
                <a:lnTo>
                  <a:pt x="910259" y="752119"/>
                </a:lnTo>
                <a:lnTo>
                  <a:pt x="870445" y="727735"/>
                </a:lnTo>
                <a:lnTo>
                  <a:pt x="833945" y="698931"/>
                </a:lnTo>
                <a:lnTo>
                  <a:pt x="801116" y="666102"/>
                </a:lnTo>
                <a:lnTo>
                  <a:pt x="772325" y="629602"/>
                </a:lnTo>
                <a:lnTo>
                  <a:pt x="756754" y="604189"/>
                </a:lnTo>
                <a:lnTo>
                  <a:pt x="768654" y="582980"/>
                </a:lnTo>
                <a:lnTo>
                  <a:pt x="786206" y="541464"/>
                </a:lnTo>
                <a:lnTo>
                  <a:pt x="799122" y="497751"/>
                </a:lnTo>
                <a:lnTo>
                  <a:pt x="807085" y="452132"/>
                </a:lnTo>
                <a:lnTo>
                  <a:pt x="809815" y="404901"/>
                </a:lnTo>
                <a:lnTo>
                  <a:pt x="807085" y="357682"/>
                </a:lnTo>
                <a:lnTo>
                  <a:pt x="799122" y="312064"/>
                </a:lnTo>
                <a:lnTo>
                  <a:pt x="798195" y="308927"/>
                </a:lnTo>
                <a:lnTo>
                  <a:pt x="798195" y="404901"/>
                </a:lnTo>
                <a:lnTo>
                  <a:pt x="795121" y="454240"/>
                </a:lnTo>
                <a:lnTo>
                  <a:pt x="786180" y="501738"/>
                </a:lnTo>
                <a:lnTo>
                  <a:pt x="771715" y="547052"/>
                </a:lnTo>
                <a:lnTo>
                  <a:pt x="752106" y="589788"/>
                </a:lnTo>
                <a:lnTo>
                  <a:pt x="750023" y="593191"/>
                </a:lnTo>
                <a:lnTo>
                  <a:pt x="747941" y="589788"/>
                </a:lnTo>
                <a:lnTo>
                  <a:pt x="728332" y="547052"/>
                </a:lnTo>
                <a:lnTo>
                  <a:pt x="713867" y="501738"/>
                </a:lnTo>
                <a:lnTo>
                  <a:pt x="704913" y="454240"/>
                </a:lnTo>
                <a:lnTo>
                  <a:pt x="701852" y="404901"/>
                </a:lnTo>
                <a:lnTo>
                  <a:pt x="704913" y="355574"/>
                </a:lnTo>
                <a:lnTo>
                  <a:pt x="713867" y="308063"/>
                </a:lnTo>
                <a:lnTo>
                  <a:pt x="728332" y="262763"/>
                </a:lnTo>
                <a:lnTo>
                  <a:pt x="747941" y="220014"/>
                </a:lnTo>
                <a:lnTo>
                  <a:pt x="750023" y="216623"/>
                </a:lnTo>
                <a:lnTo>
                  <a:pt x="752106" y="220014"/>
                </a:lnTo>
                <a:lnTo>
                  <a:pt x="771715" y="262763"/>
                </a:lnTo>
                <a:lnTo>
                  <a:pt x="786180" y="308063"/>
                </a:lnTo>
                <a:lnTo>
                  <a:pt x="795121" y="355574"/>
                </a:lnTo>
                <a:lnTo>
                  <a:pt x="798195" y="404901"/>
                </a:lnTo>
                <a:lnTo>
                  <a:pt x="798195" y="308927"/>
                </a:lnTo>
                <a:lnTo>
                  <a:pt x="786206" y="268351"/>
                </a:lnTo>
                <a:lnTo>
                  <a:pt x="768654" y="226834"/>
                </a:lnTo>
                <a:lnTo>
                  <a:pt x="756742" y="205638"/>
                </a:lnTo>
                <a:lnTo>
                  <a:pt x="772325" y="180213"/>
                </a:lnTo>
                <a:lnTo>
                  <a:pt x="801116" y="143713"/>
                </a:lnTo>
                <a:lnTo>
                  <a:pt x="833945" y="110871"/>
                </a:lnTo>
                <a:lnTo>
                  <a:pt x="870445" y="82080"/>
                </a:lnTo>
                <a:lnTo>
                  <a:pt x="910259" y="57696"/>
                </a:lnTo>
                <a:lnTo>
                  <a:pt x="952995" y="38087"/>
                </a:lnTo>
                <a:lnTo>
                  <a:pt x="998448" y="23609"/>
                </a:lnTo>
                <a:lnTo>
                  <a:pt x="1045806" y="14681"/>
                </a:lnTo>
                <a:lnTo>
                  <a:pt x="1095146" y="11620"/>
                </a:lnTo>
                <a:lnTo>
                  <a:pt x="1144473" y="14681"/>
                </a:lnTo>
                <a:lnTo>
                  <a:pt x="1191844" y="23609"/>
                </a:lnTo>
                <a:lnTo>
                  <a:pt x="1237284" y="38087"/>
                </a:lnTo>
                <a:lnTo>
                  <a:pt x="1280033" y="57696"/>
                </a:lnTo>
                <a:lnTo>
                  <a:pt x="1319834" y="82080"/>
                </a:lnTo>
                <a:lnTo>
                  <a:pt x="1356334" y="110871"/>
                </a:lnTo>
                <a:lnTo>
                  <a:pt x="1389176" y="143713"/>
                </a:lnTo>
                <a:lnTo>
                  <a:pt x="1417967" y="180213"/>
                </a:lnTo>
                <a:lnTo>
                  <a:pt x="1433525" y="205625"/>
                </a:lnTo>
                <a:lnTo>
                  <a:pt x="1433525" y="182994"/>
                </a:lnTo>
                <a:lnTo>
                  <a:pt x="1411097" y="151663"/>
                </a:lnTo>
                <a:lnTo>
                  <a:pt x="1381455" y="118592"/>
                </a:lnTo>
                <a:lnTo>
                  <a:pt x="1348384" y="88950"/>
                </a:lnTo>
                <a:lnTo>
                  <a:pt x="1312202" y="63042"/>
                </a:lnTo>
                <a:lnTo>
                  <a:pt x="1273213" y="41160"/>
                </a:lnTo>
                <a:lnTo>
                  <a:pt x="1231696" y="23609"/>
                </a:lnTo>
                <a:lnTo>
                  <a:pt x="1191120" y="11620"/>
                </a:lnTo>
                <a:lnTo>
                  <a:pt x="1187983" y="10693"/>
                </a:lnTo>
                <a:lnTo>
                  <a:pt x="1142365" y="2717"/>
                </a:lnTo>
                <a:lnTo>
                  <a:pt x="1095146" y="0"/>
                </a:lnTo>
                <a:lnTo>
                  <a:pt x="1047915" y="2717"/>
                </a:lnTo>
                <a:lnTo>
                  <a:pt x="1002296" y="10693"/>
                </a:lnTo>
                <a:lnTo>
                  <a:pt x="958583" y="23609"/>
                </a:lnTo>
                <a:lnTo>
                  <a:pt x="917079" y="41160"/>
                </a:lnTo>
                <a:lnTo>
                  <a:pt x="878078" y="63042"/>
                </a:lnTo>
                <a:lnTo>
                  <a:pt x="841895" y="88950"/>
                </a:lnTo>
                <a:lnTo>
                  <a:pt x="808824" y="118592"/>
                </a:lnTo>
                <a:lnTo>
                  <a:pt x="779183" y="151663"/>
                </a:lnTo>
                <a:lnTo>
                  <a:pt x="753275" y="187845"/>
                </a:lnTo>
                <a:lnTo>
                  <a:pt x="750023" y="193649"/>
                </a:lnTo>
                <a:lnTo>
                  <a:pt x="746772" y="187845"/>
                </a:lnTo>
                <a:lnTo>
                  <a:pt x="743292" y="182994"/>
                </a:lnTo>
                <a:lnTo>
                  <a:pt x="743292" y="205638"/>
                </a:lnTo>
                <a:lnTo>
                  <a:pt x="731393" y="226834"/>
                </a:lnTo>
                <a:lnTo>
                  <a:pt x="713841" y="268351"/>
                </a:lnTo>
                <a:lnTo>
                  <a:pt x="700925" y="312064"/>
                </a:lnTo>
                <a:lnTo>
                  <a:pt x="692962" y="357682"/>
                </a:lnTo>
                <a:lnTo>
                  <a:pt x="690232" y="404901"/>
                </a:lnTo>
                <a:lnTo>
                  <a:pt x="692962" y="452132"/>
                </a:lnTo>
                <a:lnTo>
                  <a:pt x="700925" y="497751"/>
                </a:lnTo>
                <a:lnTo>
                  <a:pt x="713841" y="541464"/>
                </a:lnTo>
                <a:lnTo>
                  <a:pt x="731393" y="582980"/>
                </a:lnTo>
                <a:lnTo>
                  <a:pt x="743280" y="604189"/>
                </a:lnTo>
                <a:lnTo>
                  <a:pt x="727722" y="629602"/>
                </a:lnTo>
                <a:lnTo>
                  <a:pt x="698931" y="666102"/>
                </a:lnTo>
                <a:lnTo>
                  <a:pt x="666102" y="698931"/>
                </a:lnTo>
                <a:lnTo>
                  <a:pt x="629602" y="727735"/>
                </a:lnTo>
                <a:lnTo>
                  <a:pt x="589788" y="752119"/>
                </a:lnTo>
                <a:lnTo>
                  <a:pt x="547052" y="771715"/>
                </a:lnTo>
                <a:lnTo>
                  <a:pt x="501738" y="786180"/>
                </a:lnTo>
                <a:lnTo>
                  <a:pt x="454240" y="795134"/>
                </a:lnTo>
                <a:lnTo>
                  <a:pt x="404901" y="798195"/>
                </a:lnTo>
                <a:lnTo>
                  <a:pt x="355574" y="795134"/>
                </a:lnTo>
                <a:lnTo>
                  <a:pt x="308063" y="786180"/>
                </a:lnTo>
                <a:lnTo>
                  <a:pt x="262763" y="771715"/>
                </a:lnTo>
                <a:lnTo>
                  <a:pt x="220014" y="752119"/>
                </a:lnTo>
                <a:lnTo>
                  <a:pt x="180213" y="727735"/>
                </a:lnTo>
                <a:lnTo>
                  <a:pt x="143713" y="698931"/>
                </a:lnTo>
                <a:lnTo>
                  <a:pt x="110871" y="666102"/>
                </a:lnTo>
                <a:lnTo>
                  <a:pt x="82080" y="629602"/>
                </a:lnTo>
                <a:lnTo>
                  <a:pt x="57696" y="589788"/>
                </a:lnTo>
                <a:lnTo>
                  <a:pt x="38087" y="547052"/>
                </a:lnTo>
                <a:lnTo>
                  <a:pt x="23634" y="501738"/>
                </a:lnTo>
                <a:lnTo>
                  <a:pt x="14681" y="454240"/>
                </a:lnTo>
                <a:lnTo>
                  <a:pt x="11620" y="404901"/>
                </a:lnTo>
                <a:lnTo>
                  <a:pt x="14681" y="355574"/>
                </a:lnTo>
                <a:lnTo>
                  <a:pt x="23634" y="308063"/>
                </a:lnTo>
                <a:lnTo>
                  <a:pt x="38087" y="262763"/>
                </a:lnTo>
                <a:lnTo>
                  <a:pt x="57696" y="220014"/>
                </a:lnTo>
                <a:lnTo>
                  <a:pt x="82080" y="180213"/>
                </a:lnTo>
                <a:lnTo>
                  <a:pt x="110871" y="143713"/>
                </a:lnTo>
                <a:lnTo>
                  <a:pt x="143713" y="110871"/>
                </a:lnTo>
                <a:lnTo>
                  <a:pt x="180213" y="82080"/>
                </a:lnTo>
                <a:lnTo>
                  <a:pt x="220014" y="57696"/>
                </a:lnTo>
                <a:lnTo>
                  <a:pt x="262763" y="38087"/>
                </a:lnTo>
                <a:lnTo>
                  <a:pt x="308203" y="23609"/>
                </a:lnTo>
                <a:lnTo>
                  <a:pt x="355574" y="14681"/>
                </a:lnTo>
                <a:lnTo>
                  <a:pt x="404901" y="11620"/>
                </a:lnTo>
                <a:lnTo>
                  <a:pt x="454240" y="14681"/>
                </a:lnTo>
                <a:lnTo>
                  <a:pt x="501599" y="23609"/>
                </a:lnTo>
                <a:lnTo>
                  <a:pt x="547052" y="38087"/>
                </a:lnTo>
                <a:lnTo>
                  <a:pt x="589788" y="57696"/>
                </a:lnTo>
                <a:lnTo>
                  <a:pt x="629602" y="82080"/>
                </a:lnTo>
                <a:lnTo>
                  <a:pt x="666102" y="110871"/>
                </a:lnTo>
                <a:lnTo>
                  <a:pt x="698931" y="143713"/>
                </a:lnTo>
                <a:lnTo>
                  <a:pt x="727722" y="180213"/>
                </a:lnTo>
                <a:lnTo>
                  <a:pt x="743292" y="205638"/>
                </a:lnTo>
                <a:lnTo>
                  <a:pt x="743292" y="182994"/>
                </a:lnTo>
                <a:lnTo>
                  <a:pt x="720864" y="151663"/>
                </a:lnTo>
                <a:lnTo>
                  <a:pt x="691222" y="118592"/>
                </a:lnTo>
                <a:lnTo>
                  <a:pt x="658152" y="88950"/>
                </a:lnTo>
                <a:lnTo>
                  <a:pt x="621969" y="63042"/>
                </a:lnTo>
                <a:lnTo>
                  <a:pt x="582968" y="41160"/>
                </a:lnTo>
                <a:lnTo>
                  <a:pt x="541464" y="23609"/>
                </a:lnTo>
                <a:lnTo>
                  <a:pt x="500888" y="11620"/>
                </a:lnTo>
                <a:lnTo>
                  <a:pt x="497751" y="10693"/>
                </a:lnTo>
                <a:lnTo>
                  <a:pt x="452120" y="2717"/>
                </a:lnTo>
                <a:lnTo>
                  <a:pt x="404901" y="0"/>
                </a:lnTo>
                <a:lnTo>
                  <a:pt x="357682" y="2717"/>
                </a:lnTo>
                <a:lnTo>
                  <a:pt x="312064" y="10693"/>
                </a:lnTo>
                <a:lnTo>
                  <a:pt x="268351" y="23609"/>
                </a:lnTo>
                <a:lnTo>
                  <a:pt x="226834" y="41160"/>
                </a:lnTo>
                <a:lnTo>
                  <a:pt x="187845" y="63042"/>
                </a:lnTo>
                <a:lnTo>
                  <a:pt x="151650" y="88950"/>
                </a:lnTo>
                <a:lnTo>
                  <a:pt x="118592" y="118592"/>
                </a:lnTo>
                <a:lnTo>
                  <a:pt x="88950" y="151663"/>
                </a:lnTo>
                <a:lnTo>
                  <a:pt x="63042" y="187845"/>
                </a:lnTo>
                <a:lnTo>
                  <a:pt x="41148" y="226834"/>
                </a:lnTo>
                <a:lnTo>
                  <a:pt x="23609" y="268351"/>
                </a:lnTo>
                <a:lnTo>
                  <a:pt x="10693" y="312064"/>
                </a:lnTo>
                <a:lnTo>
                  <a:pt x="2717" y="357682"/>
                </a:lnTo>
                <a:lnTo>
                  <a:pt x="0" y="404901"/>
                </a:lnTo>
                <a:lnTo>
                  <a:pt x="2717" y="452132"/>
                </a:lnTo>
                <a:lnTo>
                  <a:pt x="10693" y="497751"/>
                </a:lnTo>
                <a:lnTo>
                  <a:pt x="23609" y="541464"/>
                </a:lnTo>
                <a:lnTo>
                  <a:pt x="41148" y="582980"/>
                </a:lnTo>
                <a:lnTo>
                  <a:pt x="63042" y="621969"/>
                </a:lnTo>
                <a:lnTo>
                  <a:pt x="88950" y="658152"/>
                </a:lnTo>
                <a:lnTo>
                  <a:pt x="118592" y="691222"/>
                </a:lnTo>
                <a:lnTo>
                  <a:pt x="151650" y="720864"/>
                </a:lnTo>
                <a:lnTo>
                  <a:pt x="187833" y="746772"/>
                </a:lnTo>
                <a:lnTo>
                  <a:pt x="226834" y="768654"/>
                </a:lnTo>
                <a:lnTo>
                  <a:pt x="268287" y="786180"/>
                </a:lnTo>
                <a:lnTo>
                  <a:pt x="312064" y="799122"/>
                </a:lnTo>
                <a:lnTo>
                  <a:pt x="357682" y="807085"/>
                </a:lnTo>
                <a:lnTo>
                  <a:pt x="404901" y="809815"/>
                </a:lnTo>
                <a:lnTo>
                  <a:pt x="452120" y="807085"/>
                </a:lnTo>
                <a:lnTo>
                  <a:pt x="497751" y="799122"/>
                </a:lnTo>
                <a:lnTo>
                  <a:pt x="541528" y="786180"/>
                </a:lnTo>
                <a:lnTo>
                  <a:pt x="582968" y="768654"/>
                </a:lnTo>
                <a:lnTo>
                  <a:pt x="621969" y="746772"/>
                </a:lnTo>
                <a:lnTo>
                  <a:pt x="658152" y="720864"/>
                </a:lnTo>
                <a:lnTo>
                  <a:pt x="691222" y="691222"/>
                </a:lnTo>
                <a:lnTo>
                  <a:pt x="720864" y="658152"/>
                </a:lnTo>
                <a:lnTo>
                  <a:pt x="746772" y="621969"/>
                </a:lnTo>
                <a:lnTo>
                  <a:pt x="750023" y="616178"/>
                </a:lnTo>
                <a:lnTo>
                  <a:pt x="753275" y="621969"/>
                </a:lnTo>
                <a:lnTo>
                  <a:pt x="779183" y="658152"/>
                </a:lnTo>
                <a:lnTo>
                  <a:pt x="808824" y="691222"/>
                </a:lnTo>
                <a:lnTo>
                  <a:pt x="841895" y="720864"/>
                </a:lnTo>
                <a:lnTo>
                  <a:pt x="878078" y="746772"/>
                </a:lnTo>
                <a:lnTo>
                  <a:pt x="917079" y="768654"/>
                </a:lnTo>
                <a:lnTo>
                  <a:pt x="958519" y="786180"/>
                </a:lnTo>
                <a:lnTo>
                  <a:pt x="1002296" y="799122"/>
                </a:lnTo>
                <a:lnTo>
                  <a:pt x="1047915" y="807085"/>
                </a:lnTo>
                <a:lnTo>
                  <a:pt x="1095146" y="809815"/>
                </a:lnTo>
                <a:lnTo>
                  <a:pt x="1142365" y="807085"/>
                </a:lnTo>
                <a:lnTo>
                  <a:pt x="1187983" y="799122"/>
                </a:lnTo>
                <a:lnTo>
                  <a:pt x="1231760" y="786180"/>
                </a:lnTo>
                <a:lnTo>
                  <a:pt x="1273213" y="768654"/>
                </a:lnTo>
                <a:lnTo>
                  <a:pt x="1312202" y="746772"/>
                </a:lnTo>
                <a:lnTo>
                  <a:pt x="1348384" y="720864"/>
                </a:lnTo>
                <a:lnTo>
                  <a:pt x="1381455" y="691222"/>
                </a:lnTo>
                <a:lnTo>
                  <a:pt x="1411097" y="658152"/>
                </a:lnTo>
                <a:lnTo>
                  <a:pt x="1437005" y="621969"/>
                </a:lnTo>
                <a:lnTo>
                  <a:pt x="1440256" y="616178"/>
                </a:lnTo>
                <a:lnTo>
                  <a:pt x="1443507" y="621969"/>
                </a:lnTo>
                <a:lnTo>
                  <a:pt x="1469428" y="658152"/>
                </a:lnTo>
                <a:lnTo>
                  <a:pt x="1499069" y="691222"/>
                </a:lnTo>
                <a:lnTo>
                  <a:pt x="1532128" y="720864"/>
                </a:lnTo>
                <a:lnTo>
                  <a:pt x="1568310" y="746772"/>
                </a:lnTo>
                <a:lnTo>
                  <a:pt x="1607312" y="768654"/>
                </a:lnTo>
                <a:lnTo>
                  <a:pt x="1648752" y="786180"/>
                </a:lnTo>
                <a:lnTo>
                  <a:pt x="1692541" y="799122"/>
                </a:lnTo>
                <a:lnTo>
                  <a:pt x="1738160" y="807085"/>
                </a:lnTo>
                <a:lnTo>
                  <a:pt x="1785378" y="809815"/>
                </a:lnTo>
                <a:lnTo>
                  <a:pt x="1832597" y="807085"/>
                </a:lnTo>
                <a:lnTo>
                  <a:pt x="1878215" y="799122"/>
                </a:lnTo>
                <a:lnTo>
                  <a:pt x="1921992" y="786180"/>
                </a:lnTo>
                <a:lnTo>
                  <a:pt x="1963445" y="768654"/>
                </a:lnTo>
                <a:lnTo>
                  <a:pt x="2002447" y="746772"/>
                </a:lnTo>
                <a:lnTo>
                  <a:pt x="2038629" y="720864"/>
                </a:lnTo>
                <a:lnTo>
                  <a:pt x="2071687" y="691222"/>
                </a:lnTo>
                <a:lnTo>
                  <a:pt x="2101329" y="658152"/>
                </a:lnTo>
                <a:lnTo>
                  <a:pt x="2127250" y="621969"/>
                </a:lnTo>
                <a:lnTo>
                  <a:pt x="2149132" y="582980"/>
                </a:lnTo>
                <a:lnTo>
                  <a:pt x="2166683" y="541464"/>
                </a:lnTo>
                <a:lnTo>
                  <a:pt x="2179586" y="497751"/>
                </a:lnTo>
                <a:lnTo>
                  <a:pt x="2187562" y="452132"/>
                </a:lnTo>
                <a:lnTo>
                  <a:pt x="2190280" y="404901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3762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4733925"/>
            <a:ext cx="6886574" cy="4886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Algorithm</a:t>
            </a:r>
            <a:r>
              <a:rPr spc="-484" dirty="0">
                <a:solidFill>
                  <a:srgbClr val="FFFFFF"/>
                </a:solidFill>
              </a:rPr>
              <a:t> </a:t>
            </a:r>
            <a:r>
              <a:rPr spc="275" dirty="0">
                <a:solidFill>
                  <a:srgbClr val="FFFFFF"/>
                </a:solidFill>
              </a:rPr>
              <a:t>Logic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4049" y="2257488"/>
            <a:ext cx="40551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Scoring</a:t>
            </a:r>
            <a:r>
              <a:rPr sz="320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Trebuchet MS"/>
                <a:cs typeface="Trebuchet MS"/>
              </a:rPr>
              <a:t>Methodology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49" y="3214369"/>
            <a:ext cx="687514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section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details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confidence</a:t>
            </a:r>
            <a:r>
              <a:rPr sz="21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60" dirty="0">
                <a:solidFill>
                  <a:srgbClr val="FFFFFF"/>
                </a:solidFill>
                <a:latin typeface="Arial Black"/>
                <a:cs typeface="Arial Black"/>
              </a:rPr>
              <a:t>formula</a:t>
            </a:r>
            <a:r>
              <a:rPr sz="21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how </a:t>
            </a:r>
            <a:r>
              <a:rPr sz="2100" spc="-95" dirty="0">
                <a:solidFill>
                  <a:srgbClr val="FFFFFF"/>
                </a:solidFill>
                <a:latin typeface="Arial Black"/>
                <a:cs typeface="Arial Black"/>
              </a:rPr>
              <a:t>sentiment</a:t>
            </a: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Arial Black"/>
                <a:cs typeface="Arial Black"/>
              </a:rPr>
              <a:t>aggregation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FFFFFF"/>
                </a:solidFill>
                <a:latin typeface="Verdana"/>
                <a:cs typeface="Verdana"/>
              </a:rPr>
              <a:t>calculated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ensure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accurate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reliable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results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2100" spc="-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summarization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model.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3762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4733925"/>
            <a:ext cx="6886574" cy="4886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7984490" cy="2254250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spc="220" dirty="0">
                <a:solidFill>
                  <a:srgbClr val="FFFFFF"/>
                </a:solidFill>
              </a:rPr>
              <a:t>Output</a:t>
            </a:r>
            <a:r>
              <a:rPr spc="-670" dirty="0">
                <a:solidFill>
                  <a:srgbClr val="FFFFFF"/>
                </a:solidFill>
              </a:rPr>
              <a:t> </a:t>
            </a:r>
            <a:r>
              <a:rPr spc="229" dirty="0">
                <a:solidFill>
                  <a:srgbClr val="FFFFFF"/>
                </a:solidFill>
              </a:rPr>
              <a:t>Summary </a:t>
            </a:r>
            <a:r>
              <a:rPr spc="200" dirty="0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4049" y="3267138"/>
            <a:ext cx="46424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0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32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Insights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Reviews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49" y="4224020"/>
            <a:ext cx="632587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100"/>
              </a:spcBef>
            </a:pP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1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section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visual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representation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1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10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pros,</a:t>
            </a:r>
            <a:r>
              <a:rPr sz="2100" spc="-100" dirty="0">
                <a:solidFill>
                  <a:srgbClr val="FFFFFF"/>
                </a:solidFill>
                <a:latin typeface="Arial Black"/>
                <a:cs typeface="Arial Black"/>
              </a:rPr>
              <a:t> cons,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Arial Black"/>
                <a:cs typeface="Arial Black"/>
              </a:rPr>
              <a:t>overall</a:t>
            </a:r>
            <a:r>
              <a:rPr sz="21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50" dirty="0">
                <a:solidFill>
                  <a:srgbClr val="FFFFFF"/>
                </a:solidFill>
                <a:latin typeface="Arial Black"/>
                <a:cs typeface="Arial Black"/>
              </a:rPr>
              <a:t>score</a:t>
            </a:r>
            <a:r>
              <a:rPr sz="2100" spc="-15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Arial Black"/>
                <a:cs typeface="Arial Black"/>
              </a:rPr>
              <a:t>confidence</a:t>
            </a:r>
            <a:r>
              <a:rPr sz="2100" spc="-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60" dirty="0">
                <a:solidFill>
                  <a:srgbClr val="FFFFFF"/>
                </a:solidFill>
                <a:latin typeface="Arial Black"/>
                <a:cs typeface="Arial Black"/>
              </a:rPr>
              <a:t>level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derived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summarized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reviews,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showcasing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actionable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insights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buyers.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3762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4733925"/>
            <a:ext cx="6886574" cy="4886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7607300" cy="2254250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>
                <a:solidFill>
                  <a:srgbClr val="FFFFFF"/>
                </a:solidFill>
              </a:rPr>
              <a:t>Sentiment</a:t>
            </a:r>
            <a:r>
              <a:rPr spc="-540" dirty="0">
                <a:solidFill>
                  <a:srgbClr val="FFFFFF"/>
                </a:solidFill>
              </a:rPr>
              <a:t> </a:t>
            </a:r>
            <a:r>
              <a:rPr spc="345" dirty="0">
                <a:solidFill>
                  <a:srgbClr val="FFFFFF"/>
                </a:solidFill>
              </a:rPr>
              <a:t>&amp; </a:t>
            </a:r>
            <a:r>
              <a:rPr spc="-125" dirty="0">
                <a:solidFill>
                  <a:srgbClr val="FFFFFF"/>
                </a:solidFill>
              </a:rPr>
              <a:t>K</a:t>
            </a:r>
            <a:r>
              <a:rPr spc="220" dirty="0">
                <a:solidFill>
                  <a:srgbClr val="FFFFFF"/>
                </a:solidFill>
              </a:rPr>
              <a:t>e</a:t>
            </a:r>
            <a:r>
              <a:rPr spc="200" dirty="0">
                <a:solidFill>
                  <a:srgbClr val="FFFFFF"/>
                </a:solidFill>
              </a:rPr>
              <a:t>y</a:t>
            </a:r>
            <a:r>
              <a:rPr spc="204" dirty="0">
                <a:solidFill>
                  <a:srgbClr val="FFFFFF"/>
                </a:solidFill>
              </a:rPr>
              <a:t>w</a:t>
            </a:r>
            <a:r>
              <a:rPr spc="225" dirty="0">
                <a:solidFill>
                  <a:srgbClr val="FFFFFF"/>
                </a:solidFill>
              </a:rPr>
              <a:t>o</a:t>
            </a:r>
            <a:r>
              <a:rPr spc="40" dirty="0">
                <a:solidFill>
                  <a:srgbClr val="FFFFFF"/>
                </a:solidFill>
              </a:rPr>
              <a:t>r</a:t>
            </a:r>
            <a:r>
              <a:rPr spc="430" dirty="0">
                <a:solidFill>
                  <a:srgbClr val="FFFFFF"/>
                </a:solidFill>
              </a:rPr>
              <a:t>d</a:t>
            </a:r>
            <a:r>
              <a:rPr spc="-615" dirty="0">
                <a:solidFill>
                  <a:srgbClr val="FFFFFF"/>
                </a:solidFill>
              </a:rPr>
              <a:t> </a:t>
            </a:r>
            <a:r>
              <a:rPr spc="-130" dirty="0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4049" y="3267138"/>
            <a:ext cx="52057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45" dirty="0">
                <a:solidFill>
                  <a:srgbClr val="FFFFFF"/>
                </a:solidFill>
                <a:latin typeface="Trebuchet MS"/>
                <a:cs typeface="Trebuchet MS"/>
              </a:rPr>
              <a:t>Analyzing</a:t>
            </a:r>
            <a:r>
              <a:rPr sz="32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Trebuchet MS"/>
                <a:cs typeface="Trebuchet MS"/>
              </a:rPr>
              <a:t>Review</a:t>
            </a:r>
            <a:r>
              <a:rPr sz="32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10" dirty="0">
                <a:solidFill>
                  <a:srgbClr val="FFFFFF"/>
                </a:solidFill>
                <a:latin typeface="Trebuchet MS"/>
                <a:cs typeface="Trebuchet MS"/>
              </a:rPr>
              <a:t>Dynamics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49" y="4224020"/>
            <a:ext cx="650049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Understanding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sentiment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0" dirty="0">
                <a:solidFill>
                  <a:srgbClr val="FFFFFF"/>
                </a:solidFill>
                <a:latin typeface="Verdana"/>
                <a:cs typeface="Verdana"/>
              </a:rPr>
              <a:t>ratios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identifying </a:t>
            </a:r>
            <a:r>
              <a:rPr sz="2100" spc="-50" dirty="0">
                <a:solidFill>
                  <a:srgbClr val="FFFFFF"/>
                </a:solidFill>
                <a:latin typeface="Arial Black"/>
                <a:cs typeface="Arial Black"/>
              </a:rPr>
              <a:t>trending</a:t>
            </a:r>
            <a:r>
              <a:rPr sz="21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Arial Black"/>
                <a:cs typeface="Arial Black"/>
              </a:rPr>
              <a:t>keywords</a:t>
            </a:r>
            <a:r>
              <a:rPr sz="21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help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businesses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Verdana"/>
                <a:cs typeface="Verdana"/>
              </a:rPr>
              <a:t>gain</a:t>
            </a:r>
            <a:r>
              <a:rPr sz="21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valuable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insights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customer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preferences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improve</a:t>
            </a:r>
            <a:r>
              <a:rPr sz="210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Verdana"/>
                <a:cs typeface="Verdana"/>
              </a:rPr>
              <a:t>their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product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offerings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effectively.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3762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675" y="4733925"/>
            <a:ext cx="6886574" cy="4886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solidFill>
                  <a:srgbClr val="FFFFFF"/>
                </a:solidFill>
              </a:rPr>
              <a:t>Business</a:t>
            </a:r>
            <a:r>
              <a:rPr spc="-630" dirty="0">
                <a:solidFill>
                  <a:srgbClr val="FFFFFF"/>
                </a:solidFill>
              </a:rPr>
              <a:t> </a:t>
            </a:r>
            <a:r>
              <a:rPr spc="350" dirty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4049" y="2257488"/>
            <a:ext cx="4473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Smarter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Buying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Solutions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49" y="3214369"/>
            <a:ext cx="676783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21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AI-</a:t>
            </a:r>
            <a:r>
              <a:rPr sz="2100" spc="-65" dirty="0">
                <a:solidFill>
                  <a:srgbClr val="FFFFFF"/>
                </a:solidFill>
                <a:latin typeface="Verdana"/>
                <a:cs typeface="Verdana"/>
              </a:rPr>
              <a:t>powered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Arial Black"/>
                <a:cs typeface="Arial Black"/>
              </a:rPr>
              <a:t>significant</a:t>
            </a:r>
            <a:r>
              <a:rPr sz="2100" spc="-1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Arial Black"/>
                <a:cs typeface="Arial Black"/>
              </a:rPr>
              <a:t>time </a:t>
            </a:r>
            <a:r>
              <a:rPr sz="2100" spc="-75" dirty="0">
                <a:solidFill>
                  <a:srgbClr val="FFFFFF"/>
                </a:solidFill>
                <a:latin typeface="Arial Black"/>
                <a:cs typeface="Arial Black"/>
              </a:rPr>
              <a:t>savings</a:t>
            </a: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delivers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data-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driven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insights,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enabling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consumers</a:t>
            </a:r>
            <a:r>
              <a:rPr sz="21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make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informed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65" dirty="0">
                <a:solidFill>
                  <a:srgbClr val="FFFFFF"/>
                </a:solidFill>
                <a:latin typeface="Verdana"/>
                <a:cs typeface="Verdana"/>
              </a:rPr>
              <a:t>decisions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enhancing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buying</a:t>
            </a:r>
            <a:r>
              <a:rPr sz="21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experiences.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6877" y="3392742"/>
            <a:ext cx="252285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Python</a:t>
            </a:r>
            <a:r>
              <a:rPr sz="21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enables</a:t>
            </a:r>
            <a:r>
              <a:rPr sz="21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rapid 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development</a:t>
            </a:r>
            <a:r>
              <a:rPr sz="21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flexibility</a:t>
            </a:r>
            <a:r>
              <a:rPr sz="21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2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our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model.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2524176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8874" y="3314700"/>
            <a:ext cx="250253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225" dirty="0">
                <a:solidFill>
                  <a:srgbClr val="FFFFFF"/>
                </a:solidFill>
                <a:latin typeface="Verdana"/>
                <a:cs typeface="Verdana"/>
              </a:rPr>
              <a:t>NLTK</a:t>
            </a:r>
            <a:r>
              <a:rPr sz="21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provides</a:t>
            </a:r>
            <a:r>
              <a:rPr sz="21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robust tools</a:t>
            </a:r>
            <a:r>
              <a:rPr sz="2100" spc="-2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210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natural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language</a:t>
            </a:r>
            <a:r>
              <a:rPr sz="2100" spc="-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processing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tasks.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8874" y="2552700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83700" y="3238500"/>
            <a:ext cx="210693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Pandas</a:t>
            </a:r>
            <a:r>
              <a:rPr sz="2100" spc="-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allows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efficient</a:t>
            </a:r>
            <a:r>
              <a:rPr sz="21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data </a:t>
            </a:r>
            <a:r>
              <a:rPr sz="2100" spc="-140" dirty="0">
                <a:solidFill>
                  <a:srgbClr val="FFFFFF"/>
                </a:solidFill>
                <a:latin typeface="Verdana"/>
                <a:cs typeface="Verdana"/>
              </a:rPr>
              <a:t>manipulation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analysis</a:t>
            </a:r>
            <a:r>
              <a:rPr sz="21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during </a:t>
            </a:r>
            <a:r>
              <a:rPr sz="2100" spc="-55" dirty="0">
                <a:solidFill>
                  <a:srgbClr val="FFFFFF"/>
                </a:solidFill>
                <a:latin typeface="Verdana"/>
                <a:cs typeface="Verdana"/>
              </a:rPr>
              <a:t>processing.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700" y="2447976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25" y="3251200"/>
            <a:ext cx="233299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Re</a:t>
            </a:r>
            <a:r>
              <a:rPr sz="2100" spc="-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helps</a:t>
            </a:r>
            <a:r>
              <a:rPr sz="2100" spc="-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extract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clean</a:t>
            </a:r>
            <a:r>
              <a:rPr sz="21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specific </a:t>
            </a:r>
            <a:r>
              <a:rPr sz="2100" spc="-135" dirty="0">
                <a:solidFill>
                  <a:srgbClr val="FFFFFF"/>
                </a:solidFill>
                <a:latin typeface="Verdana"/>
                <a:cs typeface="Verdana"/>
              </a:rPr>
              <a:t>patterns</a:t>
            </a:r>
            <a:r>
              <a:rPr sz="21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75" dirty="0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sz="2100" spc="-2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text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data.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8525" y="2447976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Essential</a:t>
            </a:r>
            <a:r>
              <a:rPr spc="-600" dirty="0"/>
              <a:t> </a:t>
            </a:r>
            <a:r>
              <a:rPr spc="-580" dirty="0"/>
              <a:t>T</a:t>
            </a:r>
            <a:r>
              <a:rPr spc="114" dirty="0"/>
              <a:t>e</a:t>
            </a:r>
            <a:r>
              <a:rPr spc="135" dirty="0"/>
              <a:t>c</a:t>
            </a:r>
            <a:r>
              <a:rPr spc="325" dirty="0"/>
              <a:t>h</a:t>
            </a:r>
            <a:r>
              <a:rPr spc="-585" dirty="0"/>
              <a:t> </a:t>
            </a:r>
            <a:r>
              <a:rPr spc="200" dirty="0"/>
              <a:t>Stack</a:t>
            </a:r>
          </a:p>
        </p:txBody>
      </p:sp>
      <p:sp>
        <p:nvSpPr>
          <p:cNvPr id="11" name="object 11"/>
          <p:cNvSpPr/>
          <p:nvPr/>
        </p:nvSpPr>
        <p:spPr>
          <a:xfrm>
            <a:off x="666737" y="1714500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87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13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80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98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81562" y="1714500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87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00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67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85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296387" y="1725295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74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00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67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85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611212" y="1790700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74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13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80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98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37694DF6-0713-429B-9B3E-BCDE998FD05A}"/>
              </a:ext>
            </a:extLst>
          </p:cNvPr>
          <p:cNvSpPr/>
          <p:nvPr/>
        </p:nvSpPr>
        <p:spPr>
          <a:xfrm>
            <a:off x="666737" y="6057900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87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13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80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98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0C8DEDEE-CB36-04B9-F0A4-1A4C33F31981}"/>
              </a:ext>
            </a:extLst>
          </p:cNvPr>
          <p:cNvSpPr/>
          <p:nvPr/>
        </p:nvSpPr>
        <p:spPr>
          <a:xfrm>
            <a:off x="5003481" y="6057899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87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13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80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98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C585D191-B284-4A20-2FCF-DADCEC60E019}"/>
              </a:ext>
            </a:extLst>
          </p:cNvPr>
          <p:cNvSpPr/>
          <p:nvPr/>
        </p:nvSpPr>
        <p:spPr>
          <a:xfrm>
            <a:off x="9283700" y="6057898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74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00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67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85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7DB64698-ECC4-2963-83B2-A2C95C2FA437}"/>
              </a:ext>
            </a:extLst>
          </p:cNvPr>
          <p:cNvSpPr/>
          <p:nvPr/>
        </p:nvSpPr>
        <p:spPr>
          <a:xfrm>
            <a:off x="13611212" y="6057897"/>
            <a:ext cx="819150" cy="446405"/>
          </a:xfrm>
          <a:custGeom>
            <a:avLst/>
            <a:gdLst/>
            <a:ahLst/>
            <a:cxnLst/>
            <a:rect l="l" t="t" r="r" b="b"/>
            <a:pathLst>
              <a:path w="819150" h="446404">
                <a:moveTo>
                  <a:pt x="819150" y="223012"/>
                </a:moveTo>
                <a:lnTo>
                  <a:pt x="814616" y="178054"/>
                </a:lnTo>
                <a:lnTo>
                  <a:pt x="805383" y="148297"/>
                </a:lnTo>
                <a:lnTo>
                  <a:pt x="805383" y="223012"/>
                </a:lnTo>
                <a:lnTo>
                  <a:pt x="799858" y="271018"/>
                </a:lnTo>
                <a:lnTo>
                  <a:pt x="784123" y="315074"/>
                </a:lnTo>
                <a:lnTo>
                  <a:pt x="759434" y="353923"/>
                </a:lnTo>
                <a:lnTo>
                  <a:pt x="727036" y="386321"/>
                </a:lnTo>
                <a:lnTo>
                  <a:pt x="688187" y="411010"/>
                </a:lnTo>
                <a:lnTo>
                  <a:pt x="644131" y="426745"/>
                </a:lnTo>
                <a:lnTo>
                  <a:pt x="596125" y="432269"/>
                </a:lnTo>
                <a:lnTo>
                  <a:pt x="548119" y="426745"/>
                </a:lnTo>
                <a:lnTo>
                  <a:pt x="504075" y="411010"/>
                </a:lnTo>
                <a:lnTo>
                  <a:pt x="465213" y="386321"/>
                </a:lnTo>
                <a:lnTo>
                  <a:pt x="432816" y="353923"/>
                </a:lnTo>
                <a:lnTo>
                  <a:pt x="417512" y="329857"/>
                </a:lnTo>
                <a:lnTo>
                  <a:pt x="428421" y="309841"/>
                </a:lnTo>
                <a:lnTo>
                  <a:pt x="428523" y="309549"/>
                </a:lnTo>
                <a:lnTo>
                  <a:pt x="441490" y="267970"/>
                </a:lnTo>
                <a:lnTo>
                  <a:pt x="441502" y="267766"/>
                </a:lnTo>
                <a:lnTo>
                  <a:pt x="446049" y="223012"/>
                </a:lnTo>
                <a:lnTo>
                  <a:pt x="441515" y="178054"/>
                </a:lnTo>
                <a:lnTo>
                  <a:pt x="432282" y="148297"/>
                </a:lnTo>
                <a:lnTo>
                  <a:pt x="432282" y="223012"/>
                </a:lnTo>
                <a:lnTo>
                  <a:pt x="426758" y="271018"/>
                </a:lnTo>
                <a:lnTo>
                  <a:pt x="411022" y="315074"/>
                </a:lnTo>
                <a:lnTo>
                  <a:pt x="409575" y="317360"/>
                </a:lnTo>
                <a:lnTo>
                  <a:pt x="408127" y="315074"/>
                </a:lnTo>
                <a:lnTo>
                  <a:pt x="401637" y="296913"/>
                </a:lnTo>
                <a:lnTo>
                  <a:pt x="401637" y="329844"/>
                </a:lnTo>
                <a:lnTo>
                  <a:pt x="353936" y="386321"/>
                </a:lnTo>
                <a:lnTo>
                  <a:pt x="315074" y="411010"/>
                </a:lnTo>
                <a:lnTo>
                  <a:pt x="271030" y="426745"/>
                </a:lnTo>
                <a:lnTo>
                  <a:pt x="223024" y="432269"/>
                </a:lnTo>
                <a:lnTo>
                  <a:pt x="175018" y="426745"/>
                </a:lnTo>
                <a:lnTo>
                  <a:pt x="130975" y="411010"/>
                </a:lnTo>
                <a:lnTo>
                  <a:pt x="92113" y="386321"/>
                </a:lnTo>
                <a:lnTo>
                  <a:pt x="59715" y="353923"/>
                </a:lnTo>
                <a:lnTo>
                  <a:pt x="35026" y="315074"/>
                </a:lnTo>
                <a:lnTo>
                  <a:pt x="19291" y="271018"/>
                </a:lnTo>
                <a:lnTo>
                  <a:pt x="13766" y="223012"/>
                </a:lnTo>
                <a:lnTo>
                  <a:pt x="19291" y="175006"/>
                </a:lnTo>
                <a:lnTo>
                  <a:pt x="35026" y="130962"/>
                </a:lnTo>
                <a:lnTo>
                  <a:pt x="59715" y="92100"/>
                </a:lnTo>
                <a:lnTo>
                  <a:pt x="92113" y="59702"/>
                </a:lnTo>
                <a:lnTo>
                  <a:pt x="130975" y="35013"/>
                </a:lnTo>
                <a:lnTo>
                  <a:pt x="175018" y="19278"/>
                </a:lnTo>
                <a:lnTo>
                  <a:pt x="223024" y="13754"/>
                </a:lnTo>
                <a:lnTo>
                  <a:pt x="270814" y="19278"/>
                </a:lnTo>
                <a:lnTo>
                  <a:pt x="314782" y="35013"/>
                </a:lnTo>
                <a:lnTo>
                  <a:pt x="353644" y="59702"/>
                </a:lnTo>
                <a:lnTo>
                  <a:pt x="386118" y="92100"/>
                </a:lnTo>
                <a:lnTo>
                  <a:pt x="390626" y="136474"/>
                </a:lnTo>
                <a:lnTo>
                  <a:pt x="377634" y="178257"/>
                </a:lnTo>
                <a:lnTo>
                  <a:pt x="373113" y="223012"/>
                </a:lnTo>
                <a:lnTo>
                  <a:pt x="377634" y="267766"/>
                </a:lnTo>
                <a:lnTo>
                  <a:pt x="377698" y="267970"/>
                </a:lnTo>
                <a:lnTo>
                  <a:pt x="390626" y="309549"/>
                </a:lnTo>
                <a:lnTo>
                  <a:pt x="401637" y="329844"/>
                </a:lnTo>
                <a:lnTo>
                  <a:pt x="401637" y="296913"/>
                </a:lnTo>
                <a:lnTo>
                  <a:pt x="392391" y="271018"/>
                </a:lnTo>
                <a:lnTo>
                  <a:pt x="386880" y="223012"/>
                </a:lnTo>
                <a:lnTo>
                  <a:pt x="392391" y="175006"/>
                </a:lnTo>
                <a:lnTo>
                  <a:pt x="408127" y="130962"/>
                </a:lnTo>
                <a:lnTo>
                  <a:pt x="409498" y="128790"/>
                </a:lnTo>
                <a:lnTo>
                  <a:pt x="410895" y="130962"/>
                </a:lnTo>
                <a:lnTo>
                  <a:pt x="426720" y="175006"/>
                </a:lnTo>
                <a:lnTo>
                  <a:pt x="432282" y="223012"/>
                </a:lnTo>
                <a:lnTo>
                  <a:pt x="432282" y="148297"/>
                </a:lnTo>
                <a:lnTo>
                  <a:pt x="428523" y="136182"/>
                </a:lnTo>
                <a:lnTo>
                  <a:pt x="417588" y="116065"/>
                </a:lnTo>
                <a:lnTo>
                  <a:pt x="432816" y="92100"/>
                </a:lnTo>
                <a:lnTo>
                  <a:pt x="465213" y="59702"/>
                </a:lnTo>
                <a:lnTo>
                  <a:pt x="504075" y="35013"/>
                </a:lnTo>
                <a:lnTo>
                  <a:pt x="548119" y="19278"/>
                </a:lnTo>
                <a:lnTo>
                  <a:pt x="596125" y="13754"/>
                </a:lnTo>
                <a:lnTo>
                  <a:pt x="643915" y="19278"/>
                </a:lnTo>
                <a:lnTo>
                  <a:pt x="687882" y="35013"/>
                </a:lnTo>
                <a:lnTo>
                  <a:pt x="726744" y="59702"/>
                </a:lnTo>
                <a:lnTo>
                  <a:pt x="759218" y="92100"/>
                </a:lnTo>
                <a:lnTo>
                  <a:pt x="783996" y="130962"/>
                </a:lnTo>
                <a:lnTo>
                  <a:pt x="799820" y="175006"/>
                </a:lnTo>
                <a:lnTo>
                  <a:pt x="805383" y="223012"/>
                </a:lnTo>
                <a:lnTo>
                  <a:pt x="805383" y="148297"/>
                </a:lnTo>
                <a:lnTo>
                  <a:pt x="781062" y="98298"/>
                </a:lnTo>
                <a:lnTo>
                  <a:pt x="753833" y="65303"/>
                </a:lnTo>
                <a:lnTo>
                  <a:pt x="720839" y="38074"/>
                </a:lnTo>
                <a:lnTo>
                  <a:pt x="682955" y="17513"/>
                </a:lnTo>
                <a:lnTo>
                  <a:pt x="641083" y="4521"/>
                </a:lnTo>
                <a:lnTo>
                  <a:pt x="596125" y="0"/>
                </a:lnTo>
                <a:lnTo>
                  <a:pt x="551446" y="4521"/>
                </a:lnTo>
                <a:lnTo>
                  <a:pt x="551256" y="4521"/>
                </a:lnTo>
                <a:lnTo>
                  <a:pt x="509612" y="17513"/>
                </a:lnTo>
                <a:lnTo>
                  <a:pt x="509473" y="17513"/>
                </a:lnTo>
                <a:lnTo>
                  <a:pt x="471411" y="38252"/>
                </a:lnTo>
                <a:lnTo>
                  <a:pt x="438416" y="65557"/>
                </a:lnTo>
                <a:lnTo>
                  <a:pt x="411187" y="98602"/>
                </a:lnTo>
                <a:lnTo>
                  <a:pt x="409651" y="101422"/>
                </a:lnTo>
                <a:lnTo>
                  <a:pt x="407962" y="98298"/>
                </a:lnTo>
                <a:lnTo>
                  <a:pt x="380733" y="65303"/>
                </a:lnTo>
                <a:lnTo>
                  <a:pt x="347738" y="38074"/>
                </a:lnTo>
                <a:lnTo>
                  <a:pt x="309854" y="17513"/>
                </a:lnTo>
                <a:lnTo>
                  <a:pt x="267982" y="4521"/>
                </a:lnTo>
                <a:lnTo>
                  <a:pt x="223024" y="0"/>
                </a:lnTo>
                <a:lnTo>
                  <a:pt x="178346" y="4521"/>
                </a:lnTo>
                <a:lnTo>
                  <a:pt x="178155" y="4521"/>
                </a:lnTo>
                <a:lnTo>
                  <a:pt x="136512" y="17513"/>
                </a:lnTo>
                <a:lnTo>
                  <a:pt x="136372" y="17513"/>
                </a:lnTo>
                <a:lnTo>
                  <a:pt x="98310" y="38252"/>
                </a:lnTo>
                <a:lnTo>
                  <a:pt x="65316" y="65557"/>
                </a:lnTo>
                <a:lnTo>
                  <a:pt x="38087" y="98602"/>
                </a:lnTo>
                <a:lnTo>
                  <a:pt x="17526" y="136474"/>
                </a:lnTo>
                <a:lnTo>
                  <a:pt x="4533" y="178257"/>
                </a:lnTo>
                <a:lnTo>
                  <a:pt x="0" y="223012"/>
                </a:lnTo>
                <a:lnTo>
                  <a:pt x="4533" y="267766"/>
                </a:lnTo>
                <a:lnTo>
                  <a:pt x="4597" y="267970"/>
                </a:lnTo>
                <a:lnTo>
                  <a:pt x="17526" y="309549"/>
                </a:lnTo>
                <a:lnTo>
                  <a:pt x="38087" y="347421"/>
                </a:lnTo>
                <a:lnTo>
                  <a:pt x="65316" y="380466"/>
                </a:lnTo>
                <a:lnTo>
                  <a:pt x="98310" y="407771"/>
                </a:lnTo>
                <a:lnTo>
                  <a:pt x="136194" y="428409"/>
                </a:lnTo>
                <a:lnTo>
                  <a:pt x="178066" y="441477"/>
                </a:lnTo>
                <a:lnTo>
                  <a:pt x="223024" y="446036"/>
                </a:lnTo>
                <a:lnTo>
                  <a:pt x="268058" y="441477"/>
                </a:lnTo>
                <a:lnTo>
                  <a:pt x="267881" y="441477"/>
                </a:lnTo>
                <a:lnTo>
                  <a:pt x="297484" y="432269"/>
                </a:lnTo>
                <a:lnTo>
                  <a:pt x="309867" y="428409"/>
                </a:lnTo>
                <a:lnTo>
                  <a:pt x="309740" y="428409"/>
                </a:lnTo>
                <a:lnTo>
                  <a:pt x="347433" y="407949"/>
                </a:lnTo>
                <a:lnTo>
                  <a:pt x="380479" y="380720"/>
                </a:lnTo>
                <a:lnTo>
                  <a:pt x="407784" y="347726"/>
                </a:lnTo>
                <a:lnTo>
                  <a:pt x="409562" y="344449"/>
                </a:lnTo>
                <a:lnTo>
                  <a:pt x="411187" y="347421"/>
                </a:lnTo>
                <a:lnTo>
                  <a:pt x="438416" y="380466"/>
                </a:lnTo>
                <a:lnTo>
                  <a:pt x="471411" y="407771"/>
                </a:lnTo>
                <a:lnTo>
                  <a:pt x="509295" y="428409"/>
                </a:lnTo>
                <a:lnTo>
                  <a:pt x="551167" y="441477"/>
                </a:lnTo>
                <a:lnTo>
                  <a:pt x="596125" y="446036"/>
                </a:lnTo>
                <a:lnTo>
                  <a:pt x="641159" y="441477"/>
                </a:lnTo>
                <a:lnTo>
                  <a:pt x="640981" y="441477"/>
                </a:lnTo>
                <a:lnTo>
                  <a:pt x="670598" y="432269"/>
                </a:lnTo>
                <a:lnTo>
                  <a:pt x="682967" y="428409"/>
                </a:lnTo>
                <a:lnTo>
                  <a:pt x="682840" y="428409"/>
                </a:lnTo>
                <a:lnTo>
                  <a:pt x="720534" y="407949"/>
                </a:lnTo>
                <a:lnTo>
                  <a:pt x="753579" y="380720"/>
                </a:lnTo>
                <a:lnTo>
                  <a:pt x="780884" y="347726"/>
                </a:lnTo>
                <a:lnTo>
                  <a:pt x="801522" y="309841"/>
                </a:lnTo>
                <a:lnTo>
                  <a:pt x="814590" y="267970"/>
                </a:lnTo>
                <a:lnTo>
                  <a:pt x="814603" y="267766"/>
                </a:lnTo>
                <a:lnTo>
                  <a:pt x="819150" y="223012"/>
                </a:lnTo>
                <a:close/>
              </a:path>
            </a:pathLst>
          </a:custGeom>
          <a:solidFill>
            <a:srgbClr val="D57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D182BF7B-BE34-340C-9925-1B3DFEF27D51}"/>
              </a:ext>
            </a:extLst>
          </p:cNvPr>
          <p:cNvSpPr txBox="1"/>
          <p:nvPr/>
        </p:nvSpPr>
        <p:spPr>
          <a:xfrm>
            <a:off x="654049" y="7734300"/>
            <a:ext cx="2522855" cy="2275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US" sz="2100" spc="-155" dirty="0">
                <a:solidFill>
                  <a:srgbClr val="FFFFFF"/>
                </a:solidFill>
                <a:latin typeface="Verdana"/>
                <a:cs typeface="Verdana"/>
              </a:rPr>
              <a:t>Basic Frontend Languages: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US" sz="2100" spc="-155" dirty="0">
                <a:solidFill>
                  <a:srgbClr val="FFFFFF"/>
                </a:solidFill>
                <a:latin typeface="Verdana"/>
                <a:cs typeface="Verdana"/>
              </a:rPr>
              <a:t>HTML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US" sz="2100" spc="-155" dirty="0">
                <a:solidFill>
                  <a:srgbClr val="FFFFFF"/>
                </a:solidFill>
                <a:latin typeface="Verdana"/>
                <a:cs typeface="Verdana"/>
              </a:rPr>
              <a:t>CSS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US" sz="2100" spc="-155" dirty="0">
                <a:solidFill>
                  <a:srgbClr val="FFFFFF"/>
                </a:solidFill>
                <a:latin typeface="Verdana"/>
                <a:cs typeface="Verdana"/>
              </a:rPr>
              <a:t>JavaScript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endParaRPr lang="en-US" sz="2100" dirty="0">
              <a:latin typeface="Verdana"/>
              <a:cs typeface="Verdana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548C2E41-08B2-CC14-65A8-6CD8E9CCD50C}"/>
              </a:ext>
            </a:extLst>
          </p:cNvPr>
          <p:cNvSpPr txBox="1"/>
          <p:nvPr/>
        </p:nvSpPr>
        <p:spPr>
          <a:xfrm>
            <a:off x="671221" y="6894258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lang="en-IN" sz="3200" spc="-2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1" name="object 2">
            <a:extLst>
              <a:ext uri="{FF2B5EF4-FFF2-40B4-BE49-F238E27FC236}">
                <a16:creationId xmlns:a16="http://schemas.microsoft.com/office/drawing/2014/main" id="{67A73CAC-E986-665A-A792-4200139169D9}"/>
              </a:ext>
            </a:extLst>
          </p:cNvPr>
          <p:cNvSpPr txBox="1"/>
          <p:nvPr/>
        </p:nvSpPr>
        <p:spPr>
          <a:xfrm>
            <a:off x="4981562" y="7741276"/>
            <a:ext cx="2522855" cy="112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Libraries: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React.js 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GSAP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B8683507-1BE9-8106-7E0F-9056B0D8F9E3}"/>
              </a:ext>
            </a:extLst>
          </p:cNvPr>
          <p:cNvSpPr txBox="1"/>
          <p:nvPr/>
        </p:nvSpPr>
        <p:spPr>
          <a:xfrm>
            <a:off x="4970304" y="6894258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lang="en-IN" sz="3200" spc="-25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EC16E01A-7DC6-9885-12CB-CA4855A939B5}"/>
              </a:ext>
            </a:extLst>
          </p:cNvPr>
          <p:cNvSpPr txBox="1"/>
          <p:nvPr/>
        </p:nvSpPr>
        <p:spPr>
          <a:xfrm>
            <a:off x="9296387" y="6894258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lang="en-IN" sz="3200" spc="-2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CD9C496E-A235-D5A2-882F-1A6DE7892B3F}"/>
              </a:ext>
            </a:extLst>
          </p:cNvPr>
          <p:cNvSpPr txBox="1"/>
          <p:nvPr/>
        </p:nvSpPr>
        <p:spPr>
          <a:xfrm>
            <a:off x="9296387" y="7734300"/>
            <a:ext cx="2522855" cy="73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Framework: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Next.js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A796B11F-5566-866D-3852-F3871323E95A}"/>
              </a:ext>
            </a:extLst>
          </p:cNvPr>
          <p:cNvSpPr txBox="1"/>
          <p:nvPr/>
        </p:nvSpPr>
        <p:spPr>
          <a:xfrm>
            <a:off x="13598525" y="6894258"/>
            <a:ext cx="463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lang="en-IN" sz="3200" spc="-2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71A7C9A7-6335-648F-C1C8-69A88DE24A31}"/>
              </a:ext>
            </a:extLst>
          </p:cNvPr>
          <p:cNvSpPr txBox="1"/>
          <p:nvPr/>
        </p:nvSpPr>
        <p:spPr>
          <a:xfrm>
            <a:off x="13598525" y="7711225"/>
            <a:ext cx="2522855" cy="1887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Backend: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Fast API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 err="1">
                <a:solidFill>
                  <a:srgbClr val="FFFFFF"/>
                </a:solidFill>
                <a:latin typeface="Verdana"/>
                <a:cs typeface="Verdana"/>
              </a:rPr>
              <a:t>Ngrok</a:t>
            </a:r>
            <a:endParaRPr lang="en-IN" sz="2100" spc="-155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Real-time Amazon Data(</a:t>
            </a:r>
            <a:r>
              <a:rPr lang="en-IN" sz="2100" spc="-155" dirty="0" err="1">
                <a:solidFill>
                  <a:srgbClr val="FFFFFF"/>
                </a:solidFill>
                <a:latin typeface="Verdana"/>
                <a:cs typeface="Verdana"/>
              </a:rPr>
              <a:t>RapidAPI</a:t>
            </a:r>
            <a:r>
              <a:rPr lang="en-IN" sz="2100" spc="-15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895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7077075" cy="2254250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spc="-10" dirty="0">
                <a:solidFill>
                  <a:srgbClr val="FFFFFF"/>
                </a:solidFill>
              </a:rPr>
              <a:t>Future </a:t>
            </a:r>
            <a:r>
              <a:rPr spc="285" dirty="0">
                <a:solidFill>
                  <a:srgbClr val="FFFFFF"/>
                </a:solidFill>
              </a:rPr>
              <a:t>Enhancements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4049" y="3267138"/>
            <a:ext cx="5088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14" dirty="0">
                <a:solidFill>
                  <a:srgbClr val="FFFFFF"/>
                </a:solidFill>
                <a:latin typeface="Trebuchet MS"/>
                <a:cs typeface="Trebuchet MS"/>
              </a:rPr>
              <a:t>Expanding</a:t>
            </a:r>
            <a:r>
              <a:rPr sz="3200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100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3200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Capabilities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49" y="4224020"/>
            <a:ext cx="6861809" cy="222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2100" spc="-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vision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5" dirty="0">
                <a:solidFill>
                  <a:srgbClr val="FFFFFF"/>
                </a:solidFill>
                <a:latin typeface="Verdana"/>
                <a:cs typeface="Verdana"/>
              </a:rPr>
              <a:t>includes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Arial Black"/>
                <a:cs typeface="Arial Black"/>
              </a:rPr>
              <a:t>LLM-</a:t>
            </a:r>
            <a:r>
              <a:rPr sz="2100" spc="-45" dirty="0">
                <a:solidFill>
                  <a:srgbClr val="FFFFFF"/>
                </a:solidFill>
                <a:latin typeface="Arial Black"/>
                <a:cs typeface="Arial Black"/>
              </a:rPr>
              <a:t>based</a:t>
            </a:r>
            <a:r>
              <a:rPr sz="21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100" dirty="0">
                <a:solidFill>
                  <a:srgbClr val="FFFFFF"/>
                </a:solidFill>
                <a:latin typeface="Arial Black"/>
                <a:cs typeface="Arial Black"/>
              </a:rPr>
              <a:t>summarization</a:t>
            </a:r>
            <a:r>
              <a:rPr sz="2100" spc="-10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multi- </a:t>
            </a:r>
            <a:r>
              <a:rPr sz="2100" spc="-60" dirty="0">
                <a:solidFill>
                  <a:srgbClr val="FFFFFF"/>
                </a:solidFill>
                <a:latin typeface="Verdana"/>
                <a:cs typeface="Verdana"/>
              </a:rPr>
              <a:t>language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support,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4" dirty="0">
                <a:solidFill>
                  <a:srgbClr val="FFFFFF"/>
                </a:solidFill>
                <a:latin typeface="Verdana"/>
                <a:cs typeface="Verdana"/>
              </a:rPr>
              <a:t>live</a:t>
            </a:r>
            <a:r>
              <a:rPr sz="2100" spc="-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API,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ensuring</a:t>
            </a:r>
            <a:r>
              <a:rPr sz="21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2100" spc="-1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system </a:t>
            </a:r>
            <a:r>
              <a:rPr sz="2100" spc="-110" dirty="0">
                <a:solidFill>
                  <a:srgbClr val="FFFFFF"/>
                </a:solidFill>
                <a:latin typeface="Verdana"/>
                <a:cs typeface="Verdana"/>
              </a:rPr>
              <a:t>remains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adaptable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IN" sz="2100" spc="-3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meets </a:t>
            </a:r>
            <a:r>
              <a:rPr sz="2100" spc="-105" dirty="0">
                <a:solidFill>
                  <a:srgbClr val="FFFFFF"/>
                </a:solidFill>
                <a:latin typeface="Verdana"/>
                <a:cs typeface="Verdana"/>
              </a:rPr>
              <a:t>diverse</a:t>
            </a:r>
            <a:r>
              <a:rPr sz="2100" spc="-125" dirty="0">
                <a:solidFill>
                  <a:srgbClr val="FFFFFF"/>
                </a:solidFill>
                <a:latin typeface="Verdana"/>
                <a:cs typeface="Verdana"/>
              </a:rPr>
              <a:t> user</a:t>
            </a:r>
            <a:r>
              <a:rPr sz="2100" spc="-1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Verdana"/>
                <a:cs typeface="Verdana"/>
              </a:rPr>
              <a:t>needs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markets</a:t>
            </a:r>
            <a:r>
              <a:rPr lang="en-IN" sz="2100" spc="-30" dirty="0">
                <a:solidFill>
                  <a:srgbClr val="FFFFFF"/>
                </a:solidFill>
                <a:latin typeface="Verdana"/>
                <a:cs typeface="Verdana"/>
              </a:rPr>
              <a:t>, categorical changes for confidence formula’s, checking for sarcastic tone and image analysis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177C-5B00-0811-F0FA-FB668730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B156679-98CA-A8B7-7D42-FB19B6BAF4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666750"/>
            <a:ext cx="6886574" cy="895349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88E863D-2896-976F-0374-9D0BD4E94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049" y="482663"/>
            <a:ext cx="7077075" cy="1249060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lang="en-IN" spc="285" dirty="0">
                <a:solidFill>
                  <a:srgbClr val="FFFFFF"/>
                </a:solidFill>
              </a:rPr>
              <a:t>Credits</a:t>
            </a:r>
            <a:endParaRPr spc="285" dirty="0">
              <a:solidFill>
                <a:srgbClr val="FFFFFF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0778ED1-D2CD-DF6B-BBC5-D805927A84C8}"/>
              </a:ext>
            </a:extLst>
          </p:cNvPr>
          <p:cNvSpPr/>
          <p:nvPr/>
        </p:nvSpPr>
        <p:spPr>
          <a:xfrm>
            <a:off x="0" y="7829550"/>
            <a:ext cx="3543300" cy="1791970"/>
          </a:xfrm>
          <a:custGeom>
            <a:avLst/>
            <a:gdLst/>
            <a:ahLst/>
            <a:cxnLst/>
            <a:rect l="l" t="t" r="r" b="b"/>
            <a:pathLst>
              <a:path w="3543300" h="1791970">
                <a:moveTo>
                  <a:pt x="3543287" y="895972"/>
                </a:moveTo>
                <a:lnTo>
                  <a:pt x="3542030" y="848220"/>
                </a:lnTo>
                <a:lnTo>
                  <a:pt x="3538359" y="801446"/>
                </a:lnTo>
                <a:lnTo>
                  <a:pt x="3532301" y="755218"/>
                </a:lnTo>
                <a:lnTo>
                  <a:pt x="3532225" y="754811"/>
                </a:lnTo>
                <a:lnTo>
                  <a:pt x="3523919" y="709764"/>
                </a:lnTo>
                <a:lnTo>
                  <a:pt x="3523792" y="709282"/>
                </a:lnTo>
                <a:lnTo>
                  <a:pt x="3517569" y="683158"/>
                </a:lnTo>
                <a:lnTo>
                  <a:pt x="3517569" y="895972"/>
                </a:lnTo>
                <a:lnTo>
                  <a:pt x="3516287" y="943724"/>
                </a:lnTo>
                <a:lnTo>
                  <a:pt x="3512464" y="990790"/>
                </a:lnTo>
                <a:lnTo>
                  <a:pt x="3506190" y="1037132"/>
                </a:lnTo>
                <a:lnTo>
                  <a:pt x="3497503" y="1082662"/>
                </a:lnTo>
                <a:lnTo>
                  <a:pt x="3486493" y="1127315"/>
                </a:lnTo>
                <a:lnTo>
                  <a:pt x="3473208" y="1171041"/>
                </a:lnTo>
                <a:lnTo>
                  <a:pt x="3457727" y="1213751"/>
                </a:lnTo>
                <a:lnTo>
                  <a:pt x="3440112" y="1255395"/>
                </a:lnTo>
                <a:lnTo>
                  <a:pt x="3420440" y="1295908"/>
                </a:lnTo>
                <a:lnTo>
                  <a:pt x="3398761" y="1335201"/>
                </a:lnTo>
                <a:lnTo>
                  <a:pt x="3375152" y="1373238"/>
                </a:lnTo>
                <a:lnTo>
                  <a:pt x="3349663" y="1409928"/>
                </a:lnTo>
                <a:lnTo>
                  <a:pt x="3322383" y="1445221"/>
                </a:lnTo>
                <a:lnTo>
                  <a:pt x="3293364" y="1479054"/>
                </a:lnTo>
                <a:lnTo>
                  <a:pt x="3262680" y="1511338"/>
                </a:lnTo>
                <a:lnTo>
                  <a:pt x="3230397" y="1542021"/>
                </a:lnTo>
                <a:lnTo>
                  <a:pt x="3196577" y="1571040"/>
                </a:lnTo>
                <a:lnTo>
                  <a:pt x="3161284" y="1598320"/>
                </a:lnTo>
                <a:lnTo>
                  <a:pt x="3124581" y="1623796"/>
                </a:lnTo>
                <a:lnTo>
                  <a:pt x="3086557" y="1647418"/>
                </a:lnTo>
                <a:lnTo>
                  <a:pt x="3047250" y="1669097"/>
                </a:lnTo>
                <a:lnTo>
                  <a:pt x="3006750" y="1688769"/>
                </a:lnTo>
                <a:lnTo>
                  <a:pt x="2965107" y="1706384"/>
                </a:lnTo>
                <a:lnTo>
                  <a:pt x="2922384" y="1721866"/>
                </a:lnTo>
                <a:lnTo>
                  <a:pt x="2878671" y="1735137"/>
                </a:lnTo>
                <a:lnTo>
                  <a:pt x="2834005" y="1746161"/>
                </a:lnTo>
                <a:lnTo>
                  <a:pt x="2788475" y="1754835"/>
                </a:lnTo>
                <a:lnTo>
                  <a:pt x="2742146" y="1761121"/>
                </a:lnTo>
                <a:lnTo>
                  <a:pt x="2695067" y="1764944"/>
                </a:lnTo>
                <a:lnTo>
                  <a:pt x="2647315" y="1766227"/>
                </a:lnTo>
                <a:lnTo>
                  <a:pt x="2599563" y="1764944"/>
                </a:lnTo>
                <a:lnTo>
                  <a:pt x="2552496" y="1761121"/>
                </a:lnTo>
                <a:lnTo>
                  <a:pt x="2506154" y="1754835"/>
                </a:lnTo>
                <a:lnTo>
                  <a:pt x="2460625" y="1746161"/>
                </a:lnTo>
                <a:lnTo>
                  <a:pt x="2415971" y="1735137"/>
                </a:lnTo>
                <a:lnTo>
                  <a:pt x="2372245" y="1721866"/>
                </a:lnTo>
                <a:lnTo>
                  <a:pt x="2329535" y="1706384"/>
                </a:lnTo>
                <a:lnTo>
                  <a:pt x="2287892" y="1688769"/>
                </a:lnTo>
                <a:lnTo>
                  <a:pt x="2247379" y="1669097"/>
                </a:lnTo>
                <a:lnTo>
                  <a:pt x="2208085" y="1647418"/>
                </a:lnTo>
                <a:lnTo>
                  <a:pt x="2170049" y="1623796"/>
                </a:lnTo>
                <a:lnTo>
                  <a:pt x="2133358" y="1598320"/>
                </a:lnTo>
                <a:lnTo>
                  <a:pt x="2098065" y="1571040"/>
                </a:lnTo>
                <a:lnTo>
                  <a:pt x="2064232" y="1542021"/>
                </a:lnTo>
                <a:lnTo>
                  <a:pt x="2031949" y="1511338"/>
                </a:lnTo>
                <a:lnTo>
                  <a:pt x="2001266" y="1479054"/>
                </a:lnTo>
                <a:lnTo>
                  <a:pt x="1972246" y="1445221"/>
                </a:lnTo>
                <a:lnTo>
                  <a:pt x="1944966" y="1409928"/>
                </a:lnTo>
                <a:lnTo>
                  <a:pt x="1919490" y="1373238"/>
                </a:lnTo>
                <a:lnTo>
                  <a:pt x="1898523" y="1339481"/>
                </a:lnTo>
                <a:lnTo>
                  <a:pt x="1901075" y="1335201"/>
                </a:lnTo>
                <a:lnTo>
                  <a:pt x="1922030" y="1295742"/>
                </a:lnTo>
                <a:lnTo>
                  <a:pt x="1941080" y="1255064"/>
                </a:lnTo>
                <a:lnTo>
                  <a:pt x="1958124" y="1213307"/>
                </a:lnTo>
                <a:lnTo>
                  <a:pt x="1973097" y="1170533"/>
                </a:lnTo>
                <a:lnTo>
                  <a:pt x="1985924" y="1126807"/>
                </a:lnTo>
                <a:lnTo>
                  <a:pt x="1996567" y="1082179"/>
                </a:lnTo>
                <a:lnTo>
                  <a:pt x="2004949" y="1036726"/>
                </a:lnTo>
                <a:lnTo>
                  <a:pt x="2011019" y="990498"/>
                </a:lnTo>
                <a:lnTo>
                  <a:pt x="2014702" y="943559"/>
                </a:lnTo>
                <a:lnTo>
                  <a:pt x="2015947" y="895972"/>
                </a:lnTo>
                <a:lnTo>
                  <a:pt x="2014689" y="848220"/>
                </a:lnTo>
                <a:lnTo>
                  <a:pt x="2011019" y="801446"/>
                </a:lnTo>
                <a:lnTo>
                  <a:pt x="2010981" y="801141"/>
                </a:lnTo>
                <a:lnTo>
                  <a:pt x="2004949" y="755218"/>
                </a:lnTo>
                <a:lnTo>
                  <a:pt x="2004872" y="754811"/>
                </a:lnTo>
                <a:lnTo>
                  <a:pt x="1996567" y="709764"/>
                </a:lnTo>
                <a:lnTo>
                  <a:pt x="1996452" y="709282"/>
                </a:lnTo>
                <a:lnTo>
                  <a:pt x="1990229" y="683196"/>
                </a:lnTo>
                <a:lnTo>
                  <a:pt x="1990229" y="895972"/>
                </a:lnTo>
                <a:lnTo>
                  <a:pt x="1988947" y="943724"/>
                </a:lnTo>
                <a:lnTo>
                  <a:pt x="1985124" y="990790"/>
                </a:lnTo>
                <a:lnTo>
                  <a:pt x="1978837" y="1037132"/>
                </a:lnTo>
                <a:lnTo>
                  <a:pt x="1970163" y="1082662"/>
                </a:lnTo>
                <a:lnTo>
                  <a:pt x="1959140" y="1127315"/>
                </a:lnTo>
                <a:lnTo>
                  <a:pt x="1945868" y="1171041"/>
                </a:lnTo>
                <a:lnTo>
                  <a:pt x="1930387" y="1213751"/>
                </a:lnTo>
                <a:lnTo>
                  <a:pt x="1912772" y="1255395"/>
                </a:lnTo>
                <a:lnTo>
                  <a:pt x="1893100" y="1295908"/>
                </a:lnTo>
                <a:lnTo>
                  <a:pt x="1883638" y="1313040"/>
                </a:lnTo>
                <a:lnTo>
                  <a:pt x="1874113" y="1295742"/>
                </a:lnTo>
                <a:lnTo>
                  <a:pt x="1854517" y="1255395"/>
                </a:lnTo>
                <a:lnTo>
                  <a:pt x="1836902" y="1213751"/>
                </a:lnTo>
                <a:lnTo>
                  <a:pt x="1821421" y="1171041"/>
                </a:lnTo>
                <a:lnTo>
                  <a:pt x="1808149" y="1127315"/>
                </a:lnTo>
                <a:lnTo>
                  <a:pt x="1797126" y="1082662"/>
                </a:lnTo>
                <a:lnTo>
                  <a:pt x="1797037" y="1082179"/>
                </a:lnTo>
                <a:lnTo>
                  <a:pt x="1788452" y="1037132"/>
                </a:lnTo>
                <a:lnTo>
                  <a:pt x="1782165" y="990790"/>
                </a:lnTo>
                <a:lnTo>
                  <a:pt x="1778342" y="943559"/>
                </a:lnTo>
                <a:lnTo>
                  <a:pt x="1777060" y="895972"/>
                </a:lnTo>
                <a:lnTo>
                  <a:pt x="1778342" y="848220"/>
                </a:lnTo>
                <a:lnTo>
                  <a:pt x="1782165" y="801141"/>
                </a:lnTo>
                <a:lnTo>
                  <a:pt x="1788452" y="754811"/>
                </a:lnTo>
                <a:lnTo>
                  <a:pt x="1797126" y="709282"/>
                </a:lnTo>
                <a:lnTo>
                  <a:pt x="1808149" y="664616"/>
                </a:lnTo>
                <a:lnTo>
                  <a:pt x="1821421" y="620903"/>
                </a:lnTo>
                <a:lnTo>
                  <a:pt x="1836902" y="578192"/>
                </a:lnTo>
                <a:lnTo>
                  <a:pt x="1854517" y="536549"/>
                </a:lnTo>
                <a:lnTo>
                  <a:pt x="1874189" y="496036"/>
                </a:lnTo>
                <a:lnTo>
                  <a:pt x="1883638" y="478917"/>
                </a:lnTo>
                <a:lnTo>
                  <a:pt x="1893176" y="496201"/>
                </a:lnTo>
                <a:lnTo>
                  <a:pt x="1912772" y="536549"/>
                </a:lnTo>
                <a:lnTo>
                  <a:pt x="1930387" y="578192"/>
                </a:lnTo>
                <a:lnTo>
                  <a:pt x="1945868" y="620903"/>
                </a:lnTo>
                <a:lnTo>
                  <a:pt x="1959140" y="664616"/>
                </a:lnTo>
                <a:lnTo>
                  <a:pt x="1970163" y="709282"/>
                </a:lnTo>
                <a:lnTo>
                  <a:pt x="1970252" y="709764"/>
                </a:lnTo>
                <a:lnTo>
                  <a:pt x="1978837" y="754811"/>
                </a:lnTo>
                <a:lnTo>
                  <a:pt x="1985124" y="801141"/>
                </a:lnTo>
                <a:lnTo>
                  <a:pt x="1988947" y="848385"/>
                </a:lnTo>
                <a:lnTo>
                  <a:pt x="1990229" y="895972"/>
                </a:lnTo>
                <a:lnTo>
                  <a:pt x="1990229" y="683196"/>
                </a:lnTo>
                <a:lnTo>
                  <a:pt x="1973097" y="621411"/>
                </a:lnTo>
                <a:lnTo>
                  <a:pt x="1958124" y="578637"/>
                </a:lnTo>
                <a:lnTo>
                  <a:pt x="1941080" y="536879"/>
                </a:lnTo>
                <a:lnTo>
                  <a:pt x="1921954" y="496036"/>
                </a:lnTo>
                <a:lnTo>
                  <a:pt x="1901037" y="456666"/>
                </a:lnTo>
                <a:lnTo>
                  <a:pt x="1898523" y="452475"/>
                </a:lnTo>
                <a:lnTo>
                  <a:pt x="1919490" y="418706"/>
                </a:lnTo>
                <a:lnTo>
                  <a:pt x="1944966" y="382003"/>
                </a:lnTo>
                <a:lnTo>
                  <a:pt x="1972246" y="346710"/>
                </a:lnTo>
                <a:lnTo>
                  <a:pt x="2001266" y="312889"/>
                </a:lnTo>
                <a:lnTo>
                  <a:pt x="2031949" y="280606"/>
                </a:lnTo>
                <a:lnTo>
                  <a:pt x="2064232" y="249923"/>
                </a:lnTo>
                <a:lnTo>
                  <a:pt x="2098065" y="220903"/>
                </a:lnTo>
                <a:lnTo>
                  <a:pt x="2133358" y="193624"/>
                </a:lnTo>
                <a:lnTo>
                  <a:pt x="2170049" y="168135"/>
                </a:lnTo>
                <a:lnTo>
                  <a:pt x="2208085" y="144526"/>
                </a:lnTo>
                <a:lnTo>
                  <a:pt x="2247379" y="122847"/>
                </a:lnTo>
                <a:lnTo>
                  <a:pt x="2287892" y="103174"/>
                </a:lnTo>
                <a:lnTo>
                  <a:pt x="2329535" y="85559"/>
                </a:lnTo>
                <a:lnTo>
                  <a:pt x="2372245" y="70078"/>
                </a:lnTo>
                <a:lnTo>
                  <a:pt x="2415971" y="56794"/>
                </a:lnTo>
                <a:lnTo>
                  <a:pt x="2460625" y="45783"/>
                </a:lnTo>
                <a:lnTo>
                  <a:pt x="2506154" y="37096"/>
                </a:lnTo>
                <a:lnTo>
                  <a:pt x="2552496" y="30822"/>
                </a:lnTo>
                <a:lnTo>
                  <a:pt x="2599563" y="27000"/>
                </a:lnTo>
                <a:lnTo>
                  <a:pt x="2647315" y="25717"/>
                </a:lnTo>
                <a:lnTo>
                  <a:pt x="2695067" y="27000"/>
                </a:lnTo>
                <a:lnTo>
                  <a:pt x="2742146" y="30822"/>
                </a:lnTo>
                <a:lnTo>
                  <a:pt x="2788475" y="37096"/>
                </a:lnTo>
                <a:lnTo>
                  <a:pt x="2834005" y="45783"/>
                </a:lnTo>
                <a:lnTo>
                  <a:pt x="2878671" y="56794"/>
                </a:lnTo>
                <a:lnTo>
                  <a:pt x="2922384" y="70078"/>
                </a:lnTo>
                <a:lnTo>
                  <a:pt x="2965107" y="85559"/>
                </a:lnTo>
                <a:lnTo>
                  <a:pt x="3006750" y="103174"/>
                </a:lnTo>
                <a:lnTo>
                  <a:pt x="3047250" y="122847"/>
                </a:lnTo>
                <a:lnTo>
                  <a:pt x="3086557" y="144526"/>
                </a:lnTo>
                <a:lnTo>
                  <a:pt x="3124581" y="168135"/>
                </a:lnTo>
                <a:lnTo>
                  <a:pt x="3161284" y="193624"/>
                </a:lnTo>
                <a:lnTo>
                  <a:pt x="3196577" y="220903"/>
                </a:lnTo>
                <a:lnTo>
                  <a:pt x="3230397" y="249923"/>
                </a:lnTo>
                <a:lnTo>
                  <a:pt x="3262680" y="280606"/>
                </a:lnTo>
                <a:lnTo>
                  <a:pt x="3293364" y="312889"/>
                </a:lnTo>
                <a:lnTo>
                  <a:pt x="3322383" y="346710"/>
                </a:lnTo>
                <a:lnTo>
                  <a:pt x="3349663" y="382003"/>
                </a:lnTo>
                <a:lnTo>
                  <a:pt x="3375152" y="418706"/>
                </a:lnTo>
                <a:lnTo>
                  <a:pt x="3398723" y="456666"/>
                </a:lnTo>
                <a:lnTo>
                  <a:pt x="3420516" y="496201"/>
                </a:lnTo>
                <a:lnTo>
                  <a:pt x="3440112" y="536549"/>
                </a:lnTo>
                <a:lnTo>
                  <a:pt x="3457727" y="578192"/>
                </a:lnTo>
                <a:lnTo>
                  <a:pt x="3473208" y="620903"/>
                </a:lnTo>
                <a:lnTo>
                  <a:pt x="3486493" y="664616"/>
                </a:lnTo>
                <a:lnTo>
                  <a:pt x="3497503" y="709282"/>
                </a:lnTo>
                <a:lnTo>
                  <a:pt x="3497592" y="709764"/>
                </a:lnTo>
                <a:lnTo>
                  <a:pt x="3506190" y="754811"/>
                </a:lnTo>
                <a:lnTo>
                  <a:pt x="3506241" y="755218"/>
                </a:lnTo>
                <a:lnTo>
                  <a:pt x="3512464" y="801141"/>
                </a:lnTo>
                <a:lnTo>
                  <a:pt x="3512489" y="801446"/>
                </a:lnTo>
                <a:lnTo>
                  <a:pt x="3516287" y="848385"/>
                </a:lnTo>
                <a:lnTo>
                  <a:pt x="3517569" y="895972"/>
                </a:lnTo>
                <a:lnTo>
                  <a:pt x="3517569" y="683158"/>
                </a:lnTo>
                <a:lnTo>
                  <a:pt x="3500437" y="621411"/>
                </a:lnTo>
                <a:lnTo>
                  <a:pt x="3485464" y="578637"/>
                </a:lnTo>
                <a:lnTo>
                  <a:pt x="3468433" y="536879"/>
                </a:lnTo>
                <a:lnTo>
                  <a:pt x="3449294" y="496036"/>
                </a:lnTo>
                <a:lnTo>
                  <a:pt x="3428377" y="456666"/>
                </a:lnTo>
                <a:lnTo>
                  <a:pt x="3405505" y="418338"/>
                </a:lnTo>
                <a:lnTo>
                  <a:pt x="3380803" y="381279"/>
                </a:lnTo>
                <a:lnTo>
                  <a:pt x="3354336" y="345541"/>
                </a:lnTo>
                <a:lnTo>
                  <a:pt x="3326168" y="311200"/>
                </a:lnTo>
                <a:lnTo>
                  <a:pt x="3296361" y="278307"/>
                </a:lnTo>
                <a:lnTo>
                  <a:pt x="3264979" y="246926"/>
                </a:lnTo>
                <a:lnTo>
                  <a:pt x="3232086" y="217119"/>
                </a:lnTo>
                <a:lnTo>
                  <a:pt x="3197745" y="188950"/>
                </a:lnTo>
                <a:lnTo>
                  <a:pt x="3162008" y="162496"/>
                </a:lnTo>
                <a:lnTo>
                  <a:pt x="3124949" y="137782"/>
                </a:lnTo>
                <a:lnTo>
                  <a:pt x="3086620" y="114909"/>
                </a:lnTo>
                <a:lnTo>
                  <a:pt x="3047085" y="93903"/>
                </a:lnTo>
                <a:lnTo>
                  <a:pt x="3006407" y="74853"/>
                </a:lnTo>
                <a:lnTo>
                  <a:pt x="2964650" y="57823"/>
                </a:lnTo>
                <a:lnTo>
                  <a:pt x="2921876" y="42849"/>
                </a:lnTo>
                <a:lnTo>
                  <a:pt x="2878150" y="30010"/>
                </a:lnTo>
                <a:lnTo>
                  <a:pt x="2860103" y="25717"/>
                </a:lnTo>
                <a:lnTo>
                  <a:pt x="2833522" y="19380"/>
                </a:lnTo>
                <a:lnTo>
                  <a:pt x="2788069" y="10985"/>
                </a:lnTo>
                <a:lnTo>
                  <a:pt x="2741841" y="4927"/>
                </a:lnTo>
                <a:lnTo>
                  <a:pt x="2694902" y="1244"/>
                </a:lnTo>
                <a:lnTo>
                  <a:pt x="2647315" y="0"/>
                </a:lnTo>
                <a:lnTo>
                  <a:pt x="2599728" y="1244"/>
                </a:lnTo>
                <a:lnTo>
                  <a:pt x="2552801" y="4927"/>
                </a:lnTo>
                <a:lnTo>
                  <a:pt x="2506561" y="10985"/>
                </a:lnTo>
                <a:lnTo>
                  <a:pt x="2461107" y="19380"/>
                </a:lnTo>
                <a:lnTo>
                  <a:pt x="2416479" y="30010"/>
                </a:lnTo>
                <a:lnTo>
                  <a:pt x="2372753" y="42849"/>
                </a:lnTo>
                <a:lnTo>
                  <a:pt x="2329980" y="57823"/>
                </a:lnTo>
                <a:lnTo>
                  <a:pt x="2288222" y="74853"/>
                </a:lnTo>
                <a:lnTo>
                  <a:pt x="2247544" y="93903"/>
                </a:lnTo>
                <a:lnTo>
                  <a:pt x="2208009" y="114909"/>
                </a:lnTo>
                <a:lnTo>
                  <a:pt x="2169680" y="137782"/>
                </a:lnTo>
                <a:lnTo>
                  <a:pt x="2132622" y="162496"/>
                </a:lnTo>
                <a:lnTo>
                  <a:pt x="2096884" y="188950"/>
                </a:lnTo>
                <a:lnTo>
                  <a:pt x="2062543" y="217119"/>
                </a:lnTo>
                <a:lnTo>
                  <a:pt x="2029650" y="246926"/>
                </a:lnTo>
                <a:lnTo>
                  <a:pt x="1998268" y="278307"/>
                </a:lnTo>
                <a:lnTo>
                  <a:pt x="1968474" y="311200"/>
                </a:lnTo>
                <a:lnTo>
                  <a:pt x="1940306" y="345541"/>
                </a:lnTo>
                <a:lnTo>
                  <a:pt x="1913839" y="381279"/>
                </a:lnTo>
                <a:lnTo>
                  <a:pt x="1889137" y="418338"/>
                </a:lnTo>
                <a:lnTo>
                  <a:pt x="1883638" y="427545"/>
                </a:lnTo>
                <a:lnTo>
                  <a:pt x="1878152" y="418338"/>
                </a:lnTo>
                <a:lnTo>
                  <a:pt x="1868754" y="404241"/>
                </a:lnTo>
                <a:lnTo>
                  <a:pt x="1868754" y="452475"/>
                </a:lnTo>
                <a:lnTo>
                  <a:pt x="1866252" y="456666"/>
                </a:lnTo>
                <a:lnTo>
                  <a:pt x="1845259" y="496201"/>
                </a:lnTo>
                <a:lnTo>
                  <a:pt x="1826209" y="536879"/>
                </a:lnTo>
                <a:lnTo>
                  <a:pt x="1809165" y="578637"/>
                </a:lnTo>
                <a:lnTo>
                  <a:pt x="1794192" y="621411"/>
                </a:lnTo>
                <a:lnTo>
                  <a:pt x="1781365" y="665137"/>
                </a:lnTo>
                <a:lnTo>
                  <a:pt x="1770722" y="709764"/>
                </a:lnTo>
                <a:lnTo>
                  <a:pt x="1762340" y="755218"/>
                </a:lnTo>
                <a:lnTo>
                  <a:pt x="1756270" y="801446"/>
                </a:lnTo>
                <a:lnTo>
                  <a:pt x="1752587" y="848385"/>
                </a:lnTo>
                <a:lnTo>
                  <a:pt x="1751342" y="895972"/>
                </a:lnTo>
                <a:lnTo>
                  <a:pt x="1752600" y="943724"/>
                </a:lnTo>
                <a:lnTo>
                  <a:pt x="1756270" y="990498"/>
                </a:lnTo>
                <a:lnTo>
                  <a:pt x="1756308" y="990790"/>
                </a:lnTo>
                <a:lnTo>
                  <a:pt x="1762340" y="1036726"/>
                </a:lnTo>
                <a:lnTo>
                  <a:pt x="1762417" y="1037132"/>
                </a:lnTo>
                <a:lnTo>
                  <a:pt x="1770722" y="1082179"/>
                </a:lnTo>
                <a:lnTo>
                  <a:pt x="1781365" y="1126807"/>
                </a:lnTo>
                <a:lnTo>
                  <a:pt x="1794192" y="1170533"/>
                </a:lnTo>
                <a:lnTo>
                  <a:pt x="1809165" y="1213307"/>
                </a:lnTo>
                <a:lnTo>
                  <a:pt x="1826209" y="1255064"/>
                </a:lnTo>
                <a:lnTo>
                  <a:pt x="1845348" y="1295908"/>
                </a:lnTo>
                <a:lnTo>
                  <a:pt x="1866214" y="1335201"/>
                </a:lnTo>
                <a:lnTo>
                  <a:pt x="1868754" y="1339481"/>
                </a:lnTo>
                <a:lnTo>
                  <a:pt x="1847799" y="1373238"/>
                </a:lnTo>
                <a:lnTo>
                  <a:pt x="1822323" y="1409928"/>
                </a:lnTo>
                <a:lnTo>
                  <a:pt x="1795043" y="1445221"/>
                </a:lnTo>
                <a:lnTo>
                  <a:pt x="1766023" y="1479054"/>
                </a:lnTo>
                <a:lnTo>
                  <a:pt x="1735340" y="1511338"/>
                </a:lnTo>
                <a:lnTo>
                  <a:pt x="1703057" y="1542021"/>
                </a:lnTo>
                <a:lnTo>
                  <a:pt x="1669224" y="1571040"/>
                </a:lnTo>
                <a:lnTo>
                  <a:pt x="1633931" y="1598320"/>
                </a:lnTo>
                <a:lnTo>
                  <a:pt x="1597240" y="1623796"/>
                </a:lnTo>
                <a:lnTo>
                  <a:pt x="1559204" y="1647418"/>
                </a:lnTo>
                <a:lnTo>
                  <a:pt x="1519910" y="1669097"/>
                </a:lnTo>
                <a:lnTo>
                  <a:pt x="1479397" y="1688769"/>
                </a:lnTo>
                <a:lnTo>
                  <a:pt x="1437754" y="1706384"/>
                </a:lnTo>
                <a:lnTo>
                  <a:pt x="1395044" y="1721866"/>
                </a:lnTo>
                <a:lnTo>
                  <a:pt x="1351318" y="1735137"/>
                </a:lnTo>
                <a:lnTo>
                  <a:pt x="1306664" y="1746161"/>
                </a:lnTo>
                <a:lnTo>
                  <a:pt x="1261135" y="1754835"/>
                </a:lnTo>
                <a:lnTo>
                  <a:pt x="1214793" y="1761121"/>
                </a:lnTo>
                <a:lnTo>
                  <a:pt x="1167726" y="1764944"/>
                </a:lnTo>
                <a:lnTo>
                  <a:pt x="1119974" y="1766227"/>
                </a:lnTo>
                <a:lnTo>
                  <a:pt x="1072222" y="1764944"/>
                </a:lnTo>
                <a:lnTo>
                  <a:pt x="1025144" y="1761121"/>
                </a:lnTo>
                <a:lnTo>
                  <a:pt x="978814" y="1754835"/>
                </a:lnTo>
                <a:lnTo>
                  <a:pt x="933284" y="1746161"/>
                </a:lnTo>
                <a:lnTo>
                  <a:pt x="888619" y="1735137"/>
                </a:lnTo>
                <a:lnTo>
                  <a:pt x="844905" y="1721866"/>
                </a:lnTo>
                <a:lnTo>
                  <a:pt x="802195" y="1706384"/>
                </a:lnTo>
                <a:lnTo>
                  <a:pt x="760539" y="1688769"/>
                </a:lnTo>
                <a:lnTo>
                  <a:pt x="720039" y="1669097"/>
                </a:lnTo>
                <a:lnTo>
                  <a:pt x="680732" y="1647418"/>
                </a:lnTo>
                <a:lnTo>
                  <a:pt x="642708" y="1623796"/>
                </a:lnTo>
                <a:lnTo>
                  <a:pt x="606005" y="1598320"/>
                </a:lnTo>
                <a:lnTo>
                  <a:pt x="570712" y="1571040"/>
                </a:lnTo>
                <a:lnTo>
                  <a:pt x="536892" y="1542021"/>
                </a:lnTo>
                <a:lnTo>
                  <a:pt x="504609" y="1511338"/>
                </a:lnTo>
                <a:lnTo>
                  <a:pt x="473925" y="1479054"/>
                </a:lnTo>
                <a:lnTo>
                  <a:pt x="444906" y="1445221"/>
                </a:lnTo>
                <a:lnTo>
                  <a:pt x="417626" y="1409928"/>
                </a:lnTo>
                <a:lnTo>
                  <a:pt x="392137" y="1373238"/>
                </a:lnTo>
                <a:lnTo>
                  <a:pt x="371182" y="1339481"/>
                </a:lnTo>
                <a:lnTo>
                  <a:pt x="373735" y="1335201"/>
                </a:lnTo>
                <a:lnTo>
                  <a:pt x="394690" y="1295742"/>
                </a:lnTo>
                <a:lnTo>
                  <a:pt x="413740" y="1255064"/>
                </a:lnTo>
                <a:lnTo>
                  <a:pt x="430784" y="1213307"/>
                </a:lnTo>
                <a:lnTo>
                  <a:pt x="445744" y="1170533"/>
                </a:lnTo>
                <a:lnTo>
                  <a:pt x="458584" y="1126807"/>
                </a:lnTo>
                <a:lnTo>
                  <a:pt x="469226" y="1082179"/>
                </a:lnTo>
                <a:lnTo>
                  <a:pt x="477608" y="1036726"/>
                </a:lnTo>
                <a:lnTo>
                  <a:pt x="483679" y="990498"/>
                </a:lnTo>
                <a:lnTo>
                  <a:pt x="487337" y="943724"/>
                </a:lnTo>
                <a:lnTo>
                  <a:pt x="487337" y="848220"/>
                </a:lnTo>
                <a:lnTo>
                  <a:pt x="483679" y="801446"/>
                </a:lnTo>
                <a:lnTo>
                  <a:pt x="483641" y="801141"/>
                </a:lnTo>
                <a:lnTo>
                  <a:pt x="477608" y="755218"/>
                </a:lnTo>
                <a:lnTo>
                  <a:pt x="477532" y="754811"/>
                </a:lnTo>
                <a:lnTo>
                  <a:pt x="469226" y="709764"/>
                </a:lnTo>
                <a:lnTo>
                  <a:pt x="469112" y="709282"/>
                </a:lnTo>
                <a:lnTo>
                  <a:pt x="462889" y="683196"/>
                </a:lnTo>
                <a:lnTo>
                  <a:pt x="462889" y="895972"/>
                </a:lnTo>
                <a:lnTo>
                  <a:pt x="461594" y="943724"/>
                </a:lnTo>
                <a:lnTo>
                  <a:pt x="457784" y="990790"/>
                </a:lnTo>
                <a:lnTo>
                  <a:pt x="451497" y="1037132"/>
                </a:lnTo>
                <a:lnTo>
                  <a:pt x="442810" y="1082662"/>
                </a:lnTo>
                <a:lnTo>
                  <a:pt x="431800" y="1127315"/>
                </a:lnTo>
                <a:lnTo>
                  <a:pt x="418515" y="1171041"/>
                </a:lnTo>
                <a:lnTo>
                  <a:pt x="403047" y="1213751"/>
                </a:lnTo>
                <a:lnTo>
                  <a:pt x="385432" y="1255395"/>
                </a:lnTo>
                <a:lnTo>
                  <a:pt x="365747" y="1295908"/>
                </a:lnTo>
                <a:lnTo>
                  <a:pt x="356298" y="1313027"/>
                </a:lnTo>
                <a:lnTo>
                  <a:pt x="346773" y="1295742"/>
                </a:lnTo>
                <a:lnTo>
                  <a:pt x="327177" y="1255395"/>
                </a:lnTo>
                <a:lnTo>
                  <a:pt x="309562" y="1213751"/>
                </a:lnTo>
                <a:lnTo>
                  <a:pt x="294081" y="1171041"/>
                </a:lnTo>
                <a:lnTo>
                  <a:pt x="280797" y="1127315"/>
                </a:lnTo>
                <a:lnTo>
                  <a:pt x="269786" y="1082662"/>
                </a:lnTo>
                <a:lnTo>
                  <a:pt x="269697" y="1082179"/>
                </a:lnTo>
                <a:lnTo>
                  <a:pt x="261099" y="1037132"/>
                </a:lnTo>
                <a:lnTo>
                  <a:pt x="261048" y="1036726"/>
                </a:lnTo>
                <a:lnTo>
                  <a:pt x="254825" y="990790"/>
                </a:lnTo>
                <a:lnTo>
                  <a:pt x="254800" y="990498"/>
                </a:lnTo>
                <a:lnTo>
                  <a:pt x="251002" y="943559"/>
                </a:lnTo>
                <a:lnTo>
                  <a:pt x="249720" y="895972"/>
                </a:lnTo>
                <a:lnTo>
                  <a:pt x="251002" y="848220"/>
                </a:lnTo>
                <a:lnTo>
                  <a:pt x="254825" y="801141"/>
                </a:lnTo>
                <a:lnTo>
                  <a:pt x="261099" y="754811"/>
                </a:lnTo>
                <a:lnTo>
                  <a:pt x="269786" y="709282"/>
                </a:lnTo>
                <a:lnTo>
                  <a:pt x="280797" y="664616"/>
                </a:lnTo>
                <a:lnTo>
                  <a:pt x="294081" y="620903"/>
                </a:lnTo>
                <a:lnTo>
                  <a:pt x="309562" y="578192"/>
                </a:lnTo>
                <a:lnTo>
                  <a:pt x="327177" y="536549"/>
                </a:lnTo>
                <a:lnTo>
                  <a:pt x="346849" y="496036"/>
                </a:lnTo>
                <a:lnTo>
                  <a:pt x="356285" y="478917"/>
                </a:lnTo>
                <a:lnTo>
                  <a:pt x="365836" y="496201"/>
                </a:lnTo>
                <a:lnTo>
                  <a:pt x="385432" y="536549"/>
                </a:lnTo>
                <a:lnTo>
                  <a:pt x="403047" y="578192"/>
                </a:lnTo>
                <a:lnTo>
                  <a:pt x="418515" y="620903"/>
                </a:lnTo>
                <a:lnTo>
                  <a:pt x="431800" y="664616"/>
                </a:lnTo>
                <a:lnTo>
                  <a:pt x="442810" y="709282"/>
                </a:lnTo>
                <a:lnTo>
                  <a:pt x="451497" y="754811"/>
                </a:lnTo>
                <a:lnTo>
                  <a:pt x="451548" y="755218"/>
                </a:lnTo>
                <a:lnTo>
                  <a:pt x="457784" y="801141"/>
                </a:lnTo>
                <a:lnTo>
                  <a:pt x="457809" y="801446"/>
                </a:lnTo>
                <a:lnTo>
                  <a:pt x="461606" y="848385"/>
                </a:lnTo>
                <a:lnTo>
                  <a:pt x="462889" y="895972"/>
                </a:lnTo>
                <a:lnTo>
                  <a:pt x="462889" y="683196"/>
                </a:lnTo>
                <a:lnTo>
                  <a:pt x="445744" y="621411"/>
                </a:lnTo>
                <a:lnTo>
                  <a:pt x="430784" y="578637"/>
                </a:lnTo>
                <a:lnTo>
                  <a:pt x="413740" y="536879"/>
                </a:lnTo>
                <a:lnTo>
                  <a:pt x="394601" y="496036"/>
                </a:lnTo>
                <a:lnTo>
                  <a:pt x="373697" y="456666"/>
                </a:lnTo>
                <a:lnTo>
                  <a:pt x="371170" y="452462"/>
                </a:lnTo>
                <a:lnTo>
                  <a:pt x="392137" y="418706"/>
                </a:lnTo>
                <a:lnTo>
                  <a:pt x="417626" y="382003"/>
                </a:lnTo>
                <a:lnTo>
                  <a:pt x="444906" y="346710"/>
                </a:lnTo>
                <a:lnTo>
                  <a:pt x="473925" y="312889"/>
                </a:lnTo>
                <a:lnTo>
                  <a:pt x="504609" y="280606"/>
                </a:lnTo>
                <a:lnTo>
                  <a:pt x="536892" y="249923"/>
                </a:lnTo>
                <a:lnTo>
                  <a:pt x="570712" y="220903"/>
                </a:lnTo>
                <a:lnTo>
                  <a:pt x="606005" y="193624"/>
                </a:lnTo>
                <a:lnTo>
                  <a:pt x="642708" y="168135"/>
                </a:lnTo>
                <a:lnTo>
                  <a:pt x="680732" y="144526"/>
                </a:lnTo>
                <a:lnTo>
                  <a:pt x="720039" y="122847"/>
                </a:lnTo>
                <a:lnTo>
                  <a:pt x="760539" y="103174"/>
                </a:lnTo>
                <a:lnTo>
                  <a:pt x="802195" y="85559"/>
                </a:lnTo>
                <a:lnTo>
                  <a:pt x="844905" y="70078"/>
                </a:lnTo>
                <a:lnTo>
                  <a:pt x="888619" y="56794"/>
                </a:lnTo>
                <a:lnTo>
                  <a:pt x="933284" y="45783"/>
                </a:lnTo>
                <a:lnTo>
                  <a:pt x="978814" y="37096"/>
                </a:lnTo>
                <a:lnTo>
                  <a:pt x="1025144" y="30822"/>
                </a:lnTo>
                <a:lnTo>
                  <a:pt x="1072222" y="27000"/>
                </a:lnTo>
                <a:lnTo>
                  <a:pt x="1119974" y="25717"/>
                </a:lnTo>
                <a:lnTo>
                  <a:pt x="1167726" y="27000"/>
                </a:lnTo>
                <a:lnTo>
                  <a:pt x="1214793" y="30822"/>
                </a:lnTo>
                <a:lnTo>
                  <a:pt x="1261135" y="37096"/>
                </a:lnTo>
                <a:lnTo>
                  <a:pt x="1306664" y="45783"/>
                </a:lnTo>
                <a:lnTo>
                  <a:pt x="1351318" y="56794"/>
                </a:lnTo>
                <a:lnTo>
                  <a:pt x="1395044" y="70078"/>
                </a:lnTo>
                <a:lnTo>
                  <a:pt x="1437754" y="85559"/>
                </a:lnTo>
                <a:lnTo>
                  <a:pt x="1479397" y="103174"/>
                </a:lnTo>
                <a:lnTo>
                  <a:pt x="1519910" y="122847"/>
                </a:lnTo>
                <a:lnTo>
                  <a:pt x="1559204" y="144526"/>
                </a:lnTo>
                <a:lnTo>
                  <a:pt x="1597240" y="168135"/>
                </a:lnTo>
                <a:lnTo>
                  <a:pt x="1633931" y="193624"/>
                </a:lnTo>
                <a:lnTo>
                  <a:pt x="1669224" y="220903"/>
                </a:lnTo>
                <a:lnTo>
                  <a:pt x="1703057" y="249923"/>
                </a:lnTo>
                <a:lnTo>
                  <a:pt x="1735340" y="280606"/>
                </a:lnTo>
                <a:lnTo>
                  <a:pt x="1766023" y="312889"/>
                </a:lnTo>
                <a:lnTo>
                  <a:pt x="1795043" y="346710"/>
                </a:lnTo>
                <a:lnTo>
                  <a:pt x="1822323" y="382003"/>
                </a:lnTo>
                <a:lnTo>
                  <a:pt x="1847799" y="418706"/>
                </a:lnTo>
                <a:lnTo>
                  <a:pt x="1868754" y="452475"/>
                </a:lnTo>
                <a:lnTo>
                  <a:pt x="1868754" y="404241"/>
                </a:lnTo>
                <a:lnTo>
                  <a:pt x="1826983" y="345541"/>
                </a:lnTo>
                <a:lnTo>
                  <a:pt x="1798815" y="311200"/>
                </a:lnTo>
                <a:lnTo>
                  <a:pt x="1769021" y="278307"/>
                </a:lnTo>
                <a:lnTo>
                  <a:pt x="1737639" y="246926"/>
                </a:lnTo>
                <a:lnTo>
                  <a:pt x="1704746" y="217119"/>
                </a:lnTo>
                <a:lnTo>
                  <a:pt x="1670405" y="188950"/>
                </a:lnTo>
                <a:lnTo>
                  <a:pt x="1634667" y="162496"/>
                </a:lnTo>
                <a:lnTo>
                  <a:pt x="1597609" y="137782"/>
                </a:lnTo>
                <a:lnTo>
                  <a:pt x="1559280" y="114909"/>
                </a:lnTo>
                <a:lnTo>
                  <a:pt x="1519745" y="93903"/>
                </a:lnTo>
                <a:lnTo>
                  <a:pt x="1479067" y="74853"/>
                </a:lnTo>
                <a:lnTo>
                  <a:pt x="1437309" y="57823"/>
                </a:lnTo>
                <a:lnTo>
                  <a:pt x="1394536" y="42849"/>
                </a:lnTo>
                <a:lnTo>
                  <a:pt x="1350810" y="30010"/>
                </a:lnTo>
                <a:lnTo>
                  <a:pt x="1332763" y="25717"/>
                </a:lnTo>
                <a:lnTo>
                  <a:pt x="1306182" y="19380"/>
                </a:lnTo>
                <a:lnTo>
                  <a:pt x="1260729" y="10985"/>
                </a:lnTo>
                <a:lnTo>
                  <a:pt x="1214488" y="4927"/>
                </a:lnTo>
                <a:lnTo>
                  <a:pt x="1167561" y="1244"/>
                </a:lnTo>
                <a:lnTo>
                  <a:pt x="1119974" y="0"/>
                </a:lnTo>
                <a:lnTo>
                  <a:pt x="1072388" y="1244"/>
                </a:lnTo>
                <a:lnTo>
                  <a:pt x="1025448" y="4927"/>
                </a:lnTo>
                <a:lnTo>
                  <a:pt x="979220" y="10985"/>
                </a:lnTo>
                <a:lnTo>
                  <a:pt x="933767" y="19380"/>
                </a:lnTo>
                <a:lnTo>
                  <a:pt x="889139" y="30010"/>
                </a:lnTo>
                <a:lnTo>
                  <a:pt x="845413" y="42849"/>
                </a:lnTo>
                <a:lnTo>
                  <a:pt x="802640" y="57823"/>
                </a:lnTo>
                <a:lnTo>
                  <a:pt x="760882" y="74853"/>
                </a:lnTo>
                <a:lnTo>
                  <a:pt x="720204" y="93903"/>
                </a:lnTo>
                <a:lnTo>
                  <a:pt x="680669" y="114909"/>
                </a:lnTo>
                <a:lnTo>
                  <a:pt x="642340" y="137782"/>
                </a:lnTo>
                <a:lnTo>
                  <a:pt x="605282" y="162496"/>
                </a:lnTo>
                <a:lnTo>
                  <a:pt x="569544" y="188950"/>
                </a:lnTo>
                <a:lnTo>
                  <a:pt x="535203" y="217119"/>
                </a:lnTo>
                <a:lnTo>
                  <a:pt x="502310" y="246926"/>
                </a:lnTo>
                <a:lnTo>
                  <a:pt x="470928" y="278307"/>
                </a:lnTo>
                <a:lnTo>
                  <a:pt x="441121" y="311200"/>
                </a:lnTo>
                <a:lnTo>
                  <a:pt x="412953" y="345541"/>
                </a:lnTo>
                <a:lnTo>
                  <a:pt x="386486" y="381279"/>
                </a:lnTo>
                <a:lnTo>
                  <a:pt x="361784" y="418338"/>
                </a:lnTo>
                <a:lnTo>
                  <a:pt x="356298" y="427532"/>
                </a:lnTo>
                <a:lnTo>
                  <a:pt x="350812" y="418338"/>
                </a:lnTo>
                <a:lnTo>
                  <a:pt x="326110" y="381279"/>
                </a:lnTo>
                <a:lnTo>
                  <a:pt x="299643" y="345541"/>
                </a:lnTo>
                <a:lnTo>
                  <a:pt x="271475" y="311200"/>
                </a:lnTo>
                <a:lnTo>
                  <a:pt x="241668" y="278307"/>
                </a:lnTo>
                <a:lnTo>
                  <a:pt x="210299" y="246926"/>
                </a:lnTo>
                <a:lnTo>
                  <a:pt x="177406" y="217119"/>
                </a:lnTo>
                <a:lnTo>
                  <a:pt x="143052" y="188963"/>
                </a:lnTo>
                <a:lnTo>
                  <a:pt x="107327" y="162496"/>
                </a:lnTo>
                <a:lnTo>
                  <a:pt x="70256" y="137782"/>
                </a:lnTo>
                <a:lnTo>
                  <a:pt x="31927" y="114909"/>
                </a:lnTo>
                <a:lnTo>
                  <a:pt x="0" y="97942"/>
                </a:lnTo>
                <a:lnTo>
                  <a:pt x="0" y="126949"/>
                </a:lnTo>
                <a:lnTo>
                  <a:pt x="31864" y="144526"/>
                </a:lnTo>
                <a:lnTo>
                  <a:pt x="69900" y="168148"/>
                </a:lnTo>
                <a:lnTo>
                  <a:pt x="106591" y="193624"/>
                </a:lnTo>
                <a:lnTo>
                  <a:pt x="141884" y="220903"/>
                </a:lnTo>
                <a:lnTo>
                  <a:pt x="175704" y="249923"/>
                </a:lnTo>
                <a:lnTo>
                  <a:pt x="208000" y="280606"/>
                </a:lnTo>
                <a:lnTo>
                  <a:pt x="238683" y="312889"/>
                </a:lnTo>
                <a:lnTo>
                  <a:pt x="267690" y="346710"/>
                </a:lnTo>
                <a:lnTo>
                  <a:pt x="294982" y="382003"/>
                </a:lnTo>
                <a:lnTo>
                  <a:pt x="320459" y="418706"/>
                </a:lnTo>
                <a:lnTo>
                  <a:pt x="341414" y="452475"/>
                </a:lnTo>
                <a:lnTo>
                  <a:pt x="338912" y="456666"/>
                </a:lnTo>
                <a:lnTo>
                  <a:pt x="317906" y="496201"/>
                </a:lnTo>
                <a:lnTo>
                  <a:pt x="298856" y="536879"/>
                </a:lnTo>
                <a:lnTo>
                  <a:pt x="281825" y="578637"/>
                </a:lnTo>
                <a:lnTo>
                  <a:pt x="266852" y="621411"/>
                </a:lnTo>
                <a:lnTo>
                  <a:pt x="254012" y="665137"/>
                </a:lnTo>
                <a:lnTo>
                  <a:pt x="243370" y="709764"/>
                </a:lnTo>
                <a:lnTo>
                  <a:pt x="234988" y="755218"/>
                </a:lnTo>
                <a:lnTo>
                  <a:pt x="228930" y="801446"/>
                </a:lnTo>
                <a:lnTo>
                  <a:pt x="225247" y="848385"/>
                </a:lnTo>
                <a:lnTo>
                  <a:pt x="224002" y="895972"/>
                </a:lnTo>
                <a:lnTo>
                  <a:pt x="225259" y="943724"/>
                </a:lnTo>
                <a:lnTo>
                  <a:pt x="228930" y="990498"/>
                </a:lnTo>
                <a:lnTo>
                  <a:pt x="228968" y="990790"/>
                </a:lnTo>
                <a:lnTo>
                  <a:pt x="234988" y="1036726"/>
                </a:lnTo>
                <a:lnTo>
                  <a:pt x="235064" y="1037132"/>
                </a:lnTo>
                <a:lnTo>
                  <a:pt x="243370" y="1082179"/>
                </a:lnTo>
                <a:lnTo>
                  <a:pt x="243497" y="1082662"/>
                </a:lnTo>
                <a:lnTo>
                  <a:pt x="254012" y="1126807"/>
                </a:lnTo>
                <a:lnTo>
                  <a:pt x="266852" y="1170533"/>
                </a:lnTo>
                <a:lnTo>
                  <a:pt x="281825" y="1213307"/>
                </a:lnTo>
                <a:lnTo>
                  <a:pt x="298856" y="1255064"/>
                </a:lnTo>
                <a:lnTo>
                  <a:pt x="317995" y="1295908"/>
                </a:lnTo>
                <a:lnTo>
                  <a:pt x="338874" y="1335201"/>
                </a:lnTo>
                <a:lnTo>
                  <a:pt x="341414" y="1339469"/>
                </a:lnTo>
                <a:lnTo>
                  <a:pt x="320459" y="1373238"/>
                </a:lnTo>
                <a:lnTo>
                  <a:pt x="294982" y="1409928"/>
                </a:lnTo>
                <a:lnTo>
                  <a:pt x="267690" y="1445221"/>
                </a:lnTo>
                <a:lnTo>
                  <a:pt x="238683" y="1479054"/>
                </a:lnTo>
                <a:lnTo>
                  <a:pt x="208000" y="1511338"/>
                </a:lnTo>
                <a:lnTo>
                  <a:pt x="175704" y="1542021"/>
                </a:lnTo>
                <a:lnTo>
                  <a:pt x="141884" y="1571040"/>
                </a:lnTo>
                <a:lnTo>
                  <a:pt x="106591" y="1598320"/>
                </a:lnTo>
                <a:lnTo>
                  <a:pt x="69900" y="1623796"/>
                </a:lnTo>
                <a:lnTo>
                  <a:pt x="31864" y="1647418"/>
                </a:lnTo>
                <a:lnTo>
                  <a:pt x="0" y="1664995"/>
                </a:lnTo>
                <a:lnTo>
                  <a:pt x="0" y="1694002"/>
                </a:lnTo>
                <a:lnTo>
                  <a:pt x="70256" y="1654162"/>
                </a:lnTo>
                <a:lnTo>
                  <a:pt x="107327" y="1629448"/>
                </a:lnTo>
                <a:lnTo>
                  <a:pt x="143052" y="1602981"/>
                </a:lnTo>
                <a:lnTo>
                  <a:pt x="177406" y="1574825"/>
                </a:lnTo>
                <a:lnTo>
                  <a:pt x="210299" y="1545018"/>
                </a:lnTo>
                <a:lnTo>
                  <a:pt x="241668" y="1513636"/>
                </a:lnTo>
                <a:lnTo>
                  <a:pt x="271475" y="1480743"/>
                </a:lnTo>
                <a:lnTo>
                  <a:pt x="299643" y="1446403"/>
                </a:lnTo>
                <a:lnTo>
                  <a:pt x="326110" y="1410665"/>
                </a:lnTo>
                <a:lnTo>
                  <a:pt x="350812" y="1373606"/>
                </a:lnTo>
                <a:lnTo>
                  <a:pt x="356298" y="1364424"/>
                </a:lnTo>
                <a:lnTo>
                  <a:pt x="361784" y="1373606"/>
                </a:lnTo>
                <a:lnTo>
                  <a:pt x="386486" y="1410665"/>
                </a:lnTo>
                <a:lnTo>
                  <a:pt x="412953" y="1446403"/>
                </a:lnTo>
                <a:lnTo>
                  <a:pt x="441121" y="1480743"/>
                </a:lnTo>
                <a:lnTo>
                  <a:pt x="470928" y="1513636"/>
                </a:lnTo>
                <a:lnTo>
                  <a:pt x="502310" y="1545018"/>
                </a:lnTo>
                <a:lnTo>
                  <a:pt x="535203" y="1574825"/>
                </a:lnTo>
                <a:lnTo>
                  <a:pt x="569544" y="1602981"/>
                </a:lnTo>
                <a:lnTo>
                  <a:pt x="605282" y="1629448"/>
                </a:lnTo>
                <a:lnTo>
                  <a:pt x="642340" y="1654162"/>
                </a:lnTo>
                <a:lnTo>
                  <a:pt x="680669" y="1677035"/>
                </a:lnTo>
                <a:lnTo>
                  <a:pt x="720204" y="1698028"/>
                </a:lnTo>
                <a:lnTo>
                  <a:pt x="760882" y="1717078"/>
                </a:lnTo>
                <a:lnTo>
                  <a:pt x="802640" y="1734121"/>
                </a:lnTo>
                <a:lnTo>
                  <a:pt x="845413" y="1749094"/>
                </a:lnTo>
                <a:lnTo>
                  <a:pt x="889139" y="1761921"/>
                </a:lnTo>
                <a:lnTo>
                  <a:pt x="933767" y="1772564"/>
                </a:lnTo>
                <a:lnTo>
                  <a:pt x="979220" y="1780946"/>
                </a:lnTo>
                <a:lnTo>
                  <a:pt x="1025448" y="1787017"/>
                </a:lnTo>
                <a:lnTo>
                  <a:pt x="1072388" y="1790700"/>
                </a:lnTo>
                <a:lnTo>
                  <a:pt x="1119974" y="1791944"/>
                </a:lnTo>
                <a:lnTo>
                  <a:pt x="1167561" y="1790700"/>
                </a:lnTo>
                <a:lnTo>
                  <a:pt x="1214488" y="1787017"/>
                </a:lnTo>
                <a:lnTo>
                  <a:pt x="1260729" y="1780946"/>
                </a:lnTo>
                <a:lnTo>
                  <a:pt x="1306182" y="1772564"/>
                </a:lnTo>
                <a:lnTo>
                  <a:pt x="1350810" y="1761921"/>
                </a:lnTo>
                <a:lnTo>
                  <a:pt x="1394536" y="1749094"/>
                </a:lnTo>
                <a:lnTo>
                  <a:pt x="1437309" y="1734121"/>
                </a:lnTo>
                <a:lnTo>
                  <a:pt x="1479067" y="1717078"/>
                </a:lnTo>
                <a:lnTo>
                  <a:pt x="1519745" y="1698028"/>
                </a:lnTo>
                <a:lnTo>
                  <a:pt x="1559280" y="1677035"/>
                </a:lnTo>
                <a:lnTo>
                  <a:pt x="1597609" y="1654162"/>
                </a:lnTo>
                <a:lnTo>
                  <a:pt x="1634667" y="1629448"/>
                </a:lnTo>
                <a:lnTo>
                  <a:pt x="1670405" y="1602981"/>
                </a:lnTo>
                <a:lnTo>
                  <a:pt x="1704746" y="1574825"/>
                </a:lnTo>
                <a:lnTo>
                  <a:pt x="1737639" y="1545018"/>
                </a:lnTo>
                <a:lnTo>
                  <a:pt x="1769021" y="1513636"/>
                </a:lnTo>
                <a:lnTo>
                  <a:pt x="1798815" y="1480743"/>
                </a:lnTo>
                <a:lnTo>
                  <a:pt x="1826983" y="1446403"/>
                </a:lnTo>
                <a:lnTo>
                  <a:pt x="1853450" y="1410665"/>
                </a:lnTo>
                <a:lnTo>
                  <a:pt x="1878152" y="1373606"/>
                </a:lnTo>
                <a:lnTo>
                  <a:pt x="1883638" y="1364411"/>
                </a:lnTo>
                <a:lnTo>
                  <a:pt x="1889137" y="1373606"/>
                </a:lnTo>
                <a:lnTo>
                  <a:pt x="1913839" y="1410665"/>
                </a:lnTo>
                <a:lnTo>
                  <a:pt x="1940306" y="1446403"/>
                </a:lnTo>
                <a:lnTo>
                  <a:pt x="1968474" y="1480743"/>
                </a:lnTo>
                <a:lnTo>
                  <a:pt x="1998268" y="1513636"/>
                </a:lnTo>
                <a:lnTo>
                  <a:pt x="2029650" y="1545018"/>
                </a:lnTo>
                <a:lnTo>
                  <a:pt x="2062543" y="1574825"/>
                </a:lnTo>
                <a:lnTo>
                  <a:pt x="2096884" y="1602981"/>
                </a:lnTo>
                <a:lnTo>
                  <a:pt x="2132622" y="1629448"/>
                </a:lnTo>
                <a:lnTo>
                  <a:pt x="2169680" y="1654162"/>
                </a:lnTo>
                <a:lnTo>
                  <a:pt x="2208009" y="1677035"/>
                </a:lnTo>
                <a:lnTo>
                  <a:pt x="2247544" y="1698028"/>
                </a:lnTo>
                <a:lnTo>
                  <a:pt x="2288222" y="1717078"/>
                </a:lnTo>
                <a:lnTo>
                  <a:pt x="2329980" y="1734121"/>
                </a:lnTo>
                <a:lnTo>
                  <a:pt x="2372753" y="1749094"/>
                </a:lnTo>
                <a:lnTo>
                  <a:pt x="2416479" y="1761921"/>
                </a:lnTo>
                <a:lnTo>
                  <a:pt x="2461107" y="1772564"/>
                </a:lnTo>
                <a:lnTo>
                  <a:pt x="2506561" y="1780946"/>
                </a:lnTo>
                <a:lnTo>
                  <a:pt x="2552801" y="1787017"/>
                </a:lnTo>
                <a:lnTo>
                  <a:pt x="2599728" y="1790700"/>
                </a:lnTo>
                <a:lnTo>
                  <a:pt x="2647315" y="1791944"/>
                </a:lnTo>
                <a:lnTo>
                  <a:pt x="2694902" y="1790700"/>
                </a:lnTo>
                <a:lnTo>
                  <a:pt x="2741841" y="1787017"/>
                </a:lnTo>
                <a:lnTo>
                  <a:pt x="2788069" y="1780946"/>
                </a:lnTo>
                <a:lnTo>
                  <a:pt x="2833522" y="1772564"/>
                </a:lnTo>
                <a:lnTo>
                  <a:pt x="2878150" y="1761921"/>
                </a:lnTo>
                <a:lnTo>
                  <a:pt x="2921876" y="1749094"/>
                </a:lnTo>
                <a:lnTo>
                  <a:pt x="2964650" y="1734121"/>
                </a:lnTo>
                <a:lnTo>
                  <a:pt x="3006407" y="1717078"/>
                </a:lnTo>
                <a:lnTo>
                  <a:pt x="3047085" y="1698028"/>
                </a:lnTo>
                <a:lnTo>
                  <a:pt x="3086620" y="1677035"/>
                </a:lnTo>
                <a:lnTo>
                  <a:pt x="3124949" y="1654162"/>
                </a:lnTo>
                <a:lnTo>
                  <a:pt x="3162008" y="1629448"/>
                </a:lnTo>
                <a:lnTo>
                  <a:pt x="3197745" y="1602981"/>
                </a:lnTo>
                <a:lnTo>
                  <a:pt x="3232086" y="1574825"/>
                </a:lnTo>
                <a:lnTo>
                  <a:pt x="3264979" y="1545018"/>
                </a:lnTo>
                <a:lnTo>
                  <a:pt x="3296361" y="1513636"/>
                </a:lnTo>
                <a:lnTo>
                  <a:pt x="3326168" y="1480743"/>
                </a:lnTo>
                <a:lnTo>
                  <a:pt x="3354336" y="1446403"/>
                </a:lnTo>
                <a:lnTo>
                  <a:pt x="3380803" y="1410665"/>
                </a:lnTo>
                <a:lnTo>
                  <a:pt x="3405505" y="1373606"/>
                </a:lnTo>
                <a:lnTo>
                  <a:pt x="3428415" y="1335201"/>
                </a:lnTo>
                <a:lnTo>
                  <a:pt x="3449383" y="1295742"/>
                </a:lnTo>
                <a:lnTo>
                  <a:pt x="3468433" y="1255064"/>
                </a:lnTo>
                <a:lnTo>
                  <a:pt x="3485464" y="1213307"/>
                </a:lnTo>
                <a:lnTo>
                  <a:pt x="3500437" y="1170533"/>
                </a:lnTo>
                <a:lnTo>
                  <a:pt x="3513277" y="1126807"/>
                </a:lnTo>
                <a:lnTo>
                  <a:pt x="3523919" y="1082179"/>
                </a:lnTo>
                <a:lnTo>
                  <a:pt x="3532301" y="1036726"/>
                </a:lnTo>
                <a:lnTo>
                  <a:pt x="3538359" y="990498"/>
                </a:lnTo>
                <a:lnTo>
                  <a:pt x="3542042" y="943559"/>
                </a:lnTo>
                <a:lnTo>
                  <a:pt x="3543287" y="895972"/>
                </a:lnTo>
                <a:close/>
              </a:path>
            </a:pathLst>
          </a:custGeom>
          <a:solidFill>
            <a:srgbClr val="E10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27FACA-AE16-5177-1477-F9E973D2C191}"/>
              </a:ext>
            </a:extLst>
          </p:cNvPr>
          <p:cNvSpPr/>
          <p:nvPr/>
        </p:nvSpPr>
        <p:spPr>
          <a:xfrm>
            <a:off x="280859" y="1892231"/>
            <a:ext cx="9910085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sz="3200" b="1" cap="none" spc="0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rebuchet MS" panose="020B0603020202020204" pitchFamily="34" charset="0"/>
              </a:rPr>
              <a:t>If (Frontend) </a:t>
            </a:r>
            <a:r>
              <a:rPr lang="en-US" sz="32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rebuchet MS" panose="020B0603020202020204" pitchFamily="34" charset="0"/>
              </a:rPr>
              <a:t>{</a:t>
            </a:r>
          </a:p>
          <a:p>
            <a:pPr algn="l"/>
            <a:r>
              <a:rPr lang="en-US" sz="3200" b="1" dirty="0" err="1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rebuchet MS" panose="020B0603020202020204" pitchFamily="34" charset="0"/>
              </a:rPr>
              <a:t>c</a:t>
            </a:r>
            <a:r>
              <a:rPr lang="en-US" sz="3200" b="1" cap="none" spc="0" dirty="0" err="1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rebuchet MS" panose="020B0603020202020204" pitchFamily="34" charset="0"/>
              </a:rPr>
              <a:t>out</a:t>
            </a:r>
            <a:r>
              <a:rPr lang="en-US" sz="3200" b="1" cap="none" spc="0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rebuchet MS" panose="020B0603020202020204" pitchFamily="34" charset="0"/>
              </a:rPr>
              <a:t> &lt;&lt;( “Raghu Pratap Singh” + “Arman Sahu”) ;</a:t>
            </a:r>
            <a:r>
              <a:rPr lang="en-US" sz="2800" b="1" cap="none" spc="0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D76E1-ADEE-4E9C-B7E9-9D33A9D31B36}"/>
              </a:ext>
            </a:extLst>
          </p:cNvPr>
          <p:cNvSpPr txBox="1"/>
          <p:nvPr/>
        </p:nvSpPr>
        <p:spPr>
          <a:xfrm flipH="1" flipV="1">
            <a:off x="8134801" y="1185748"/>
            <a:ext cx="1015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Ele;;;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05E5CD-7FDE-5B1E-F7DC-0CCB4FC80429}"/>
              </a:ext>
            </a:extLst>
          </p:cNvPr>
          <p:cNvSpPr txBox="1"/>
          <p:nvPr/>
        </p:nvSpPr>
        <p:spPr>
          <a:xfrm>
            <a:off x="280859" y="2977670"/>
            <a:ext cx="10153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else if(Backend){</a:t>
            </a:r>
          </a:p>
          <a:p>
            <a:r>
              <a:rPr lang="en-IN" sz="3600" b="1" dirty="0" err="1">
                <a:solidFill>
                  <a:schemeClr val="bg1"/>
                </a:solidFill>
              </a:rPr>
              <a:t>cout</a:t>
            </a:r>
            <a:r>
              <a:rPr lang="en-IN" sz="3600" b="1" dirty="0">
                <a:solidFill>
                  <a:schemeClr val="bg1"/>
                </a:solidFill>
              </a:rPr>
              <a:t> &lt;&lt;“Raghu Pratap Singh”}</a:t>
            </a:r>
            <a:endParaRPr lang="en-IN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6DCB5-7B3C-5CDF-5A46-5FD164AC0915}"/>
              </a:ext>
            </a:extLst>
          </p:cNvPr>
          <p:cNvSpPr txBox="1"/>
          <p:nvPr/>
        </p:nvSpPr>
        <p:spPr>
          <a:xfrm>
            <a:off x="230937" y="4245829"/>
            <a:ext cx="1053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else if(NLP){</a:t>
            </a:r>
          </a:p>
          <a:p>
            <a:r>
              <a:rPr lang="en-IN" sz="3600" b="1" dirty="0" err="1">
                <a:solidFill>
                  <a:schemeClr val="bg1"/>
                </a:solidFill>
              </a:rPr>
              <a:t>cout</a:t>
            </a:r>
            <a:r>
              <a:rPr lang="en-IN" sz="3600" b="1" dirty="0">
                <a:solidFill>
                  <a:schemeClr val="bg1"/>
                </a:solidFill>
              </a:rPr>
              <a:t> &lt;&lt;“Naidhruvan Konher” + “Arman Sahu”;}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1690A1-D265-B874-A792-BE798F0FA392}"/>
              </a:ext>
            </a:extLst>
          </p:cNvPr>
          <p:cNvSpPr txBox="1"/>
          <p:nvPr/>
        </p:nvSpPr>
        <p:spPr>
          <a:xfrm>
            <a:off x="230937" y="5405916"/>
            <a:ext cx="1053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else if(PPT){</a:t>
            </a:r>
          </a:p>
          <a:p>
            <a:r>
              <a:rPr lang="en-IN" sz="3600" b="1" dirty="0">
                <a:solidFill>
                  <a:schemeClr val="bg1"/>
                </a:solidFill>
              </a:rPr>
              <a:t>Cout &lt;&lt;“Naidhruvan Konher” + “Anisha”;}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8441FD-C773-337C-1ABA-263CFF012127}"/>
              </a:ext>
            </a:extLst>
          </p:cNvPr>
          <p:cNvSpPr txBox="1"/>
          <p:nvPr/>
        </p:nvSpPr>
        <p:spPr>
          <a:xfrm>
            <a:off x="293017" y="6654636"/>
            <a:ext cx="1053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else{</a:t>
            </a:r>
          </a:p>
          <a:p>
            <a:r>
              <a:rPr lang="en-IN" sz="3600" b="1" dirty="0" err="1">
                <a:solidFill>
                  <a:schemeClr val="bg1"/>
                </a:solidFill>
              </a:rPr>
              <a:t>cout</a:t>
            </a:r>
            <a:r>
              <a:rPr lang="en-IN" sz="3600" b="1" dirty="0">
                <a:solidFill>
                  <a:schemeClr val="bg1"/>
                </a:solidFill>
              </a:rPr>
              <a:t> &lt;&lt;“All”;}</a:t>
            </a:r>
          </a:p>
        </p:txBody>
      </p:sp>
    </p:spTree>
    <p:extLst>
      <p:ext uri="{BB962C8B-B14F-4D97-AF65-F5344CB8AC3E}">
        <p14:creationId xmlns:p14="http://schemas.microsoft.com/office/powerpoint/2010/main" val="380257610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535</Words>
  <Application>Microsoft Office PowerPoint</Application>
  <PresentationFormat>Custom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Black</vt:lpstr>
      <vt:lpstr>Calibri</vt:lpstr>
      <vt:lpstr>Trebuchet MS</vt:lpstr>
      <vt:lpstr>Verdana</vt:lpstr>
      <vt:lpstr>Office Theme</vt:lpstr>
      <vt:lpstr>AI-INSIGHTS</vt:lpstr>
      <vt:lpstr>The  Dilemma</vt:lpstr>
      <vt:lpstr>The Challenge</vt:lpstr>
      <vt:lpstr>Proposed Solution</vt:lpstr>
      <vt:lpstr>Data Flow Pipeline</vt:lpstr>
      <vt:lpstr>NLP Model Workflow</vt:lpstr>
      <vt:lpstr>Algorithm Logic</vt:lpstr>
      <vt:lpstr>Output Summary Example</vt:lpstr>
      <vt:lpstr>Sentiment &amp; Keyword Insights</vt:lpstr>
      <vt:lpstr>Business Impact</vt:lpstr>
      <vt:lpstr>Essential Tech Stack</vt:lpstr>
      <vt:lpstr>Future Enhancements</vt:lpstr>
      <vt:lpstr>Credits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AI-Powered Review Summarization System</dc:title>
  <dc:creator>Suramya Konher</dc:creator>
  <cp:keywords>DAG4gREziHw,BAEwdNOZ7XM,0</cp:keywords>
  <cp:lastModifiedBy>Naidhruvan Konher</cp:lastModifiedBy>
  <cp:revision>1</cp:revision>
  <dcterms:created xsi:type="dcterms:W3CDTF">2025-11-12T18:11:43Z</dcterms:created>
  <dcterms:modified xsi:type="dcterms:W3CDTF">2025-11-12T21:35:42Z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2025-11-12T00:00:00Z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